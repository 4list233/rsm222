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92" r:id="rId4"/>
    <p:sldMasterId id="2147483759" r:id="rId5"/>
    <p:sldMasterId id="2147483769" r:id="rId6"/>
    <p:sldMasterId id="2147483779" r:id="rId7"/>
    <p:sldMasterId id="2147483789" r:id="rId8"/>
    <p:sldMasterId id="2147483799" r:id="rId9"/>
    <p:sldMasterId id="2147483827" r:id="rId10"/>
  </p:sldMasterIdLst>
  <p:notesMasterIdLst>
    <p:notesMasterId r:id="rId24"/>
  </p:notesMasterIdLst>
  <p:sldIdLst>
    <p:sldId id="256" r:id="rId11"/>
    <p:sldId id="270" r:id="rId12"/>
    <p:sldId id="273" r:id="rId13"/>
    <p:sldId id="793" r:id="rId14"/>
    <p:sldId id="796" r:id="rId15"/>
    <p:sldId id="276" r:id="rId16"/>
    <p:sldId id="794" r:id="rId17"/>
    <p:sldId id="795" r:id="rId18"/>
    <p:sldId id="797" r:id="rId19"/>
    <p:sldId id="798" r:id="rId20"/>
    <p:sldId id="790" r:id="rId21"/>
    <p:sldId id="791" r:id="rId22"/>
    <p:sldId id="706" r:id="rId23"/>
  </p:sldIdLst>
  <p:sldSz cx="12192000" cy="6858000"/>
  <p:notesSz cx="6985000" cy="92837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76" userDrawn="1">
          <p15:clr>
            <a:srgbClr val="A4A3A4"/>
          </p15:clr>
        </p15:guide>
        <p15:guide id="3" pos="39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4" userDrawn="1">
          <p15:clr>
            <a:srgbClr val="A4A3A4"/>
          </p15:clr>
        </p15:guide>
        <p15:guide id="2" pos="220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037C"/>
    <a:srgbClr val="CF55A1"/>
    <a:srgbClr val="EACC1B"/>
    <a:srgbClr val="929292"/>
    <a:srgbClr val="FCAF17"/>
    <a:srgbClr val="CE9D00"/>
    <a:srgbClr val="00C2E2"/>
    <a:srgbClr val="7C98AE"/>
    <a:srgbClr val="FF8C3F"/>
    <a:srgbClr val="398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2A353F-D345-4B16-9B66-77108004A4C3}" v="49" dt="2025-11-16T02:39:17.7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689" autoAdjust="0"/>
    <p:restoredTop sz="50000" autoAdjust="0"/>
  </p:normalViewPr>
  <p:slideViewPr>
    <p:cSldViewPr>
      <p:cViewPr>
        <p:scale>
          <a:sx n="101" d="100"/>
          <a:sy n="101" d="100"/>
        </p:scale>
        <p:origin x="148" y="76"/>
      </p:cViewPr>
      <p:guideLst>
        <p:guide orient="horz" pos="2160"/>
        <p:guide pos="3976"/>
        <p:guide pos="39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2664" y="-96"/>
      </p:cViewPr>
      <p:guideLst>
        <p:guide orient="horz" pos="2924"/>
        <p:guide pos="220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tableStyles" Target="tableStyle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sa Zuliani" userId="5d8035ea-da0f-4081-bdcf-3fa4d66daaa7" providerId="ADAL" clId="{4722C113-FF9D-495D-9E47-6ECF48CC02B8}"/>
    <pc:docChg chg="undo custSel addSld delSld modSld sldOrd">
      <pc:chgData name="Elisa Zuliani" userId="5d8035ea-da0f-4081-bdcf-3fa4d66daaa7" providerId="ADAL" clId="{4722C113-FF9D-495D-9E47-6ECF48CC02B8}" dt="2025-11-16T02:53:41.567" v="2045" actId="478"/>
      <pc:docMkLst>
        <pc:docMk/>
      </pc:docMkLst>
      <pc:sldChg chg="modSp mod">
        <pc:chgData name="Elisa Zuliani" userId="5d8035ea-da0f-4081-bdcf-3fa4d66daaa7" providerId="ADAL" clId="{4722C113-FF9D-495D-9E47-6ECF48CC02B8}" dt="2025-11-16T01:12:39.195" v="18" actId="20577"/>
        <pc:sldMkLst>
          <pc:docMk/>
          <pc:sldMk cId="3869622953" sldId="256"/>
        </pc:sldMkLst>
        <pc:spChg chg="mod">
          <ac:chgData name="Elisa Zuliani" userId="5d8035ea-da0f-4081-bdcf-3fa4d66daaa7" providerId="ADAL" clId="{4722C113-FF9D-495D-9E47-6ECF48CC02B8}" dt="2025-11-16T01:12:39.195" v="18" actId="20577"/>
          <ac:spMkLst>
            <pc:docMk/>
            <pc:sldMk cId="3869622953" sldId="256"/>
            <ac:spMk id="2" creationId="{00000000-0000-0000-0000-000000000000}"/>
          </ac:spMkLst>
        </pc:spChg>
      </pc:sldChg>
      <pc:sldChg chg="addSp delSp modSp mod">
        <pc:chgData name="Elisa Zuliani" userId="5d8035ea-da0f-4081-bdcf-3fa4d66daaa7" providerId="ADAL" clId="{4722C113-FF9D-495D-9E47-6ECF48CC02B8}" dt="2025-11-16T01:13:21.110" v="49" actId="20577"/>
        <pc:sldMkLst>
          <pc:docMk/>
          <pc:sldMk cId="0" sldId="270"/>
        </pc:sldMkLst>
        <pc:spChg chg="mod">
          <ac:chgData name="Elisa Zuliani" userId="5d8035ea-da0f-4081-bdcf-3fa4d66daaa7" providerId="ADAL" clId="{4722C113-FF9D-495D-9E47-6ECF48CC02B8}" dt="2025-11-16T01:13:21.110" v="49" actId="20577"/>
          <ac:spMkLst>
            <pc:docMk/>
            <pc:sldMk cId="0" sldId="270"/>
            <ac:spMk id="3" creationId="{00000000-0000-0000-0000-000000000000}"/>
          </ac:spMkLst>
        </pc:spChg>
        <pc:grpChg chg="add mod">
          <ac:chgData name="Elisa Zuliani" userId="5d8035ea-da0f-4081-bdcf-3fa4d66daaa7" providerId="ADAL" clId="{4722C113-FF9D-495D-9E47-6ECF48CC02B8}" dt="2025-11-16T01:13:18.331" v="48"/>
          <ac:grpSpMkLst>
            <pc:docMk/>
            <pc:sldMk cId="0" sldId="270"/>
            <ac:grpSpMk id="5" creationId="{74DFAAF8-5A7E-5BDA-9382-0E33F1CA95B0}"/>
          </ac:grpSpMkLst>
        </pc:grpChg>
        <pc:picChg chg="del">
          <ac:chgData name="Elisa Zuliani" userId="5d8035ea-da0f-4081-bdcf-3fa4d66daaa7" providerId="ADAL" clId="{4722C113-FF9D-495D-9E47-6ECF48CC02B8}" dt="2025-11-16T01:13:17.857" v="47" actId="478"/>
          <ac:picMkLst>
            <pc:docMk/>
            <pc:sldMk cId="0" sldId="270"/>
            <ac:picMk id="4" creationId="{47D57D63-8284-FE28-723E-E6895B132A9C}"/>
          </ac:picMkLst>
        </pc:picChg>
        <pc:picChg chg="mod">
          <ac:chgData name="Elisa Zuliani" userId="5d8035ea-da0f-4081-bdcf-3fa4d66daaa7" providerId="ADAL" clId="{4722C113-FF9D-495D-9E47-6ECF48CC02B8}" dt="2025-11-16T01:13:18.331" v="48"/>
          <ac:picMkLst>
            <pc:docMk/>
            <pc:sldMk cId="0" sldId="270"/>
            <ac:picMk id="6" creationId="{39D913FA-0ABD-1C80-E22E-BDFCE862C592}"/>
          </ac:picMkLst>
        </pc:picChg>
        <pc:picChg chg="mod">
          <ac:chgData name="Elisa Zuliani" userId="5d8035ea-da0f-4081-bdcf-3fa4d66daaa7" providerId="ADAL" clId="{4722C113-FF9D-495D-9E47-6ECF48CC02B8}" dt="2025-11-16T01:13:18.331" v="48"/>
          <ac:picMkLst>
            <pc:docMk/>
            <pc:sldMk cId="0" sldId="270"/>
            <ac:picMk id="7" creationId="{C0C541F7-F20B-55F8-31F3-4EF102567A1E}"/>
          </ac:picMkLst>
        </pc:picChg>
      </pc:sldChg>
      <pc:sldChg chg="addSp delSp modSp mod">
        <pc:chgData name="Elisa Zuliani" userId="5d8035ea-da0f-4081-bdcf-3fa4d66daaa7" providerId="ADAL" clId="{4722C113-FF9D-495D-9E47-6ECF48CC02B8}" dt="2025-11-16T01:18:17.150" v="561" actId="1076"/>
        <pc:sldMkLst>
          <pc:docMk/>
          <pc:sldMk cId="0" sldId="273"/>
        </pc:sldMkLst>
        <pc:spChg chg="mod">
          <ac:chgData name="Elisa Zuliani" userId="5d8035ea-da0f-4081-bdcf-3fa4d66daaa7" providerId="ADAL" clId="{4722C113-FF9D-495D-9E47-6ECF48CC02B8}" dt="2025-11-16T01:17:30.962" v="549" actId="21"/>
          <ac:spMkLst>
            <pc:docMk/>
            <pc:sldMk cId="0" sldId="273"/>
            <ac:spMk id="3" creationId="{00000000-0000-0000-0000-000000000000}"/>
          </ac:spMkLst>
        </pc:spChg>
        <pc:spChg chg="del">
          <ac:chgData name="Elisa Zuliani" userId="5d8035ea-da0f-4081-bdcf-3fa4d66daaa7" providerId="ADAL" clId="{4722C113-FF9D-495D-9E47-6ECF48CC02B8}" dt="2025-11-16T01:13:54.770" v="70" actId="478"/>
          <ac:spMkLst>
            <pc:docMk/>
            <pc:sldMk cId="0" sldId="273"/>
            <ac:spMk id="5" creationId="{00000000-0000-0000-0000-000000000000}"/>
          </ac:spMkLst>
        </pc:spChg>
        <pc:spChg chg="del mod">
          <ac:chgData name="Elisa Zuliani" userId="5d8035ea-da0f-4081-bdcf-3fa4d66daaa7" providerId="ADAL" clId="{4722C113-FF9D-495D-9E47-6ECF48CC02B8}" dt="2025-11-16T01:15:56.212" v="351" actId="478"/>
          <ac:spMkLst>
            <pc:docMk/>
            <pc:sldMk cId="0" sldId="273"/>
            <ac:spMk id="6" creationId="{00000000-0000-0000-0000-000000000000}"/>
          </ac:spMkLst>
        </pc:spChg>
        <pc:spChg chg="mod">
          <ac:chgData name="Elisa Zuliani" userId="5d8035ea-da0f-4081-bdcf-3fa4d66daaa7" providerId="ADAL" clId="{4722C113-FF9D-495D-9E47-6ECF48CC02B8}" dt="2025-11-16T01:13:50.773" v="69" actId="20577"/>
          <ac:spMkLst>
            <pc:docMk/>
            <pc:sldMk cId="0" sldId="273"/>
            <ac:spMk id="8" creationId="{D5162132-9A62-6D21-BF0A-37EFF32AA00D}"/>
          </ac:spMkLst>
        </pc:spChg>
        <pc:spChg chg="add mod">
          <ac:chgData name="Elisa Zuliani" userId="5d8035ea-da0f-4081-bdcf-3fa4d66daaa7" providerId="ADAL" clId="{4722C113-FF9D-495D-9E47-6ECF48CC02B8}" dt="2025-11-16T01:18:17.150" v="561" actId="1076"/>
          <ac:spMkLst>
            <pc:docMk/>
            <pc:sldMk cId="0" sldId="273"/>
            <ac:spMk id="12" creationId="{0AB050F2-73B5-C21A-1F9D-06DC2CBCA7DB}"/>
          </ac:spMkLst>
        </pc:spChg>
        <pc:grpChg chg="add mod">
          <ac:chgData name="Elisa Zuliani" userId="5d8035ea-da0f-4081-bdcf-3fa4d66daaa7" providerId="ADAL" clId="{4722C113-FF9D-495D-9E47-6ECF48CC02B8}" dt="2025-11-16T01:13:39.011" v="52" actId="1076"/>
          <ac:grpSpMkLst>
            <pc:docMk/>
            <pc:sldMk cId="0" sldId="273"/>
            <ac:grpSpMk id="2" creationId="{7C1CDE18-099D-4E00-24B1-E74D2E91B3E2}"/>
          </ac:grpSpMkLst>
        </pc:grpChg>
        <pc:picChg chg="del">
          <ac:chgData name="Elisa Zuliani" userId="5d8035ea-da0f-4081-bdcf-3fa4d66daaa7" providerId="ADAL" clId="{4722C113-FF9D-495D-9E47-6ECF48CC02B8}" dt="2025-11-16T01:13:32.212" v="50" actId="478"/>
          <ac:picMkLst>
            <pc:docMk/>
            <pc:sldMk cId="0" sldId="273"/>
            <ac:picMk id="4" creationId="{00000000-0000-0000-0000-000000000000}"/>
          </ac:picMkLst>
        </pc:picChg>
        <pc:picChg chg="mod">
          <ac:chgData name="Elisa Zuliani" userId="5d8035ea-da0f-4081-bdcf-3fa4d66daaa7" providerId="ADAL" clId="{4722C113-FF9D-495D-9E47-6ECF48CC02B8}" dt="2025-11-16T01:13:34.003" v="51"/>
          <ac:picMkLst>
            <pc:docMk/>
            <pc:sldMk cId="0" sldId="273"/>
            <ac:picMk id="9" creationId="{FAF07A22-C341-6637-753B-671FE6FA512A}"/>
          </ac:picMkLst>
        </pc:picChg>
        <pc:picChg chg="mod">
          <ac:chgData name="Elisa Zuliani" userId="5d8035ea-da0f-4081-bdcf-3fa4d66daaa7" providerId="ADAL" clId="{4722C113-FF9D-495D-9E47-6ECF48CC02B8}" dt="2025-11-16T01:13:34.003" v="51"/>
          <ac:picMkLst>
            <pc:docMk/>
            <pc:sldMk cId="0" sldId="273"/>
            <ac:picMk id="10" creationId="{C230158E-F6CE-8323-3F17-C23132C3E1F1}"/>
          </ac:picMkLst>
        </pc:picChg>
      </pc:sldChg>
      <pc:sldChg chg="modSp mod ord">
        <pc:chgData name="Elisa Zuliani" userId="5d8035ea-da0f-4081-bdcf-3fa4d66daaa7" providerId="ADAL" clId="{4722C113-FF9D-495D-9E47-6ECF48CC02B8}" dt="2025-11-16T01:46:27.360" v="986" actId="20577"/>
        <pc:sldMkLst>
          <pc:docMk/>
          <pc:sldMk cId="0" sldId="276"/>
        </pc:sldMkLst>
        <pc:spChg chg="mod">
          <ac:chgData name="Elisa Zuliani" userId="5d8035ea-da0f-4081-bdcf-3fa4d66daaa7" providerId="ADAL" clId="{4722C113-FF9D-495D-9E47-6ECF48CC02B8}" dt="2025-11-16T01:21:48.214" v="934" actId="1076"/>
          <ac:spMkLst>
            <pc:docMk/>
            <pc:sldMk cId="0" sldId="276"/>
            <ac:spMk id="3" creationId="{00000000-0000-0000-0000-000000000000}"/>
          </ac:spMkLst>
        </pc:spChg>
        <pc:spChg chg="mod">
          <ac:chgData name="Elisa Zuliani" userId="5d8035ea-da0f-4081-bdcf-3fa4d66daaa7" providerId="ADAL" clId="{4722C113-FF9D-495D-9E47-6ECF48CC02B8}" dt="2025-11-16T01:22:04.442" v="939" actId="14100"/>
          <ac:spMkLst>
            <pc:docMk/>
            <pc:sldMk cId="0" sldId="276"/>
            <ac:spMk id="4" creationId="{00000000-0000-0000-0000-000000000000}"/>
          </ac:spMkLst>
        </pc:spChg>
        <pc:spChg chg="mod">
          <ac:chgData name="Elisa Zuliani" userId="5d8035ea-da0f-4081-bdcf-3fa4d66daaa7" providerId="ADAL" clId="{4722C113-FF9D-495D-9E47-6ECF48CC02B8}" dt="2025-11-16T01:46:27.360" v="986" actId="20577"/>
          <ac:spMkLst>
            <pc:docMk/>
            <pc:sldMk cId="0" sldId="276"/>
            <ac:spMk id="6" creationId="{53DE6895-139D-3310-AD8E-4008ADD5366B}"/>
          </ac:spMkLst>
        </pc:spChg>
      </pc:sldChg>
      <pc:sldChg chg="del">
        <pc:chgData name="Elisa Zuliani" userId="5d8035ea-da0f-4081-bdcf-3fa4d66daaa7" providerId="ADAL" clId="{4722C113-FF9D-495D-9E47-6ECF48CC02B8}" dt="2025-11-16T02:40:07.318" v="2040" actId="47"/>
        <pc:sldMkLst>
          <pc:docMk/>
          <pc:sldMk cId="0" sldId="277"/>
        </pc:sldMkLst>
      </pc:sldChg>
      <pc:sldChg chg="del">
        <pc:chgData name="Elisa Zuliani" userId="5d8035ea-da0f-4081-bdcf-3fa4d66daaa7" providerId="ADAL" clId="{4722C113-FF9D-495D-9E47-6ECF48CC02B8}" dt="2025-11-16T02:40:07.318" v="2040" actId="47"/>
        <pc:sldMkLst>
          <pc:docMk/>
          <pc:sldMk cId="0" sldId="284"/>
        </pc:sldMkLst>
      </pc:sldChg>
      <pc:sldChg chg="del">
        <pc:chgData name="Elisa Zuliani" userId="5d8035ea-da0f-4081-bdcf-3fa4d66daaa7" providerId="ADAL" clId="{4722C113-FF9D-495D-9E47-6ECF48CC02B8}" dt="2025-11-16T02:40:07.318" v="2040" actId="47"/>
        <pc:sldMkLst>
          <pc:docMk/>
          <pc:sldMk cId="0" sldId="285"/>
        </pc:sldMkLst>
      </pc:sldChg>
      <pc:sldChg chg="addSp delSp modSp mod">
        <pc:chgData name="Elisa Zuliani" userId="5d8035ea-da0f-4081-bdcf-3fa4d66daaa7" providerId="ADAL" clId="{4722C113-FF9D-495D-9E47-6ECF48CC02B8}" dt="2025-11-16T02:53:41.567" v="2045" actId="478"/>
        <pc:sldMkLst>
          <pc:docMk/>
          <pc:sldMk cId="0" sldId="790"/>
        </pc:sldMkLst>
        <pc:spChg chg="del">
          <ac:chgData name="Elisa Zuliani" userId="5d8035ea-da0f-4081-bdcf-3fa4d66daaa7" providerId="ADAL" clId="{4722C113-FF9D-495D-9E47-6ECF48CC02B8}" dt="2025-11-16T02:34:15.155" v="1912" actId="478"/>
          <ac:spMkLst>
            <pc:docMk/>
            <pc:sldMk cId="0" sldId="790"/>
            <ac:spMk id="4" creationId="{00000000-0000-0000-0000-000000000000}"/>
          </ac:spMkLst>
        </pc:spChg>
        <pc:spChg chg="mod">
          <ac:chgData name="Elisa Zuliani" userId="5d8035ea-da0f-4081-bdcf-3fa4d66daaa7" providerId="ADAL" clId="{4722C113-FF9D-495D-9E47-6ECF48CC02B8}" dt="2025-11-16T02:34:07.127" v="1910" actId="20577"/>
          <ac:spMkLst>
            <pc:docMk/>
            <pc:sldMk cId="0" sldId="790"/>
            <ac:spMk id="7" creationId="{1D027F03-E2D9-FC9D-CE45-89A7271F0C9E}"/>
          </ac:spMkLst>
        </pc:spChg>
        <pc:spChg chg="add del mod">
          <ac:chgData name="Elisa Zuliani" userId="5d8035ea-da0f-4081-bdcf-3fa4d66daaa7" providerId="ADAL" clId="{4722C113-FF9D-495D-9E47-6ECF48CC02B8}" dt="2025-11-16T02:34:17.915" v="1913" actId="478"/>
          <ac:spMkLst>
            <pc:docMk/>
            <pc:sldMk cId="0" sldId="790"/>
            <ac:spMk id="8" creationId="{A73F0729-3E24-1B1E-9E8B-EB63E3D06E2D}"/>
          </ac:spMkLst>
        </pc:spChg>
        <pc:graphicFrameChg chg="del">
          <ac:chgData name="Elisa Zuliani" userId="5d8035ea-da0f-4081-bdcf-3fa4d66daaa7" providerId="ADAL" clId="{4722C113-FF9D-495D-9E47-6ECF48CC02B8}" dt="2025-11-16T02:34:11.577" v="1911" actId="478"/>
          <ac:graphicFrameMkLst>
            <pc:docMk/>
            <pc:sldMk cId="0" sldId="790"/>
            <ac:graphicFrameMk id="3" creationId="{00000000-0000-0000-0000-000000000000}"/>
          </ac:graphicFrameMkLst>
        </pc:graphicFrameChg>
        <pc:graphicFrameChg chg="add mod modGraphic">
          <ac:chgData name="Elisa Zuliani" userId="5d8035ea-da0f-4081-bdcf-3fa4d66daaa7" providerId="ADAL" clId="{4722C113-FF9D-495D-9E47-6ECF48CC02B8}" dt="2025-11-16T02:38:20.255" v="1989" actId="113"/>
          <ac:graphicFrameMkLst>
            <pc:docMk/>
            <pc:sldMk cId="0" sldId="790"/>
            <ac:graphicFrameMk id="9" creationId="{374B9CB2-798B-216C-BF87-521EF34A0FB8}"/>
          </ac:graphicFrameMkLst>
        </pc:graphicFrameChg>
        <pc:graphicFrameChg chg="add del mod modGraphic">
          <ac:chgData name="Elisa Zuliani" userId="5d8035ea-da0f-4081-bdcf-3fa4d66daaa7" providerId="ADAL" clId="{4722C113-FF9D-495D-9E47-6ECF48CC02B8}" dt="2025-11-16T02:53:41.567" v="2045" actId="478"/>
          <ac:graphicFrameMkLst>
            <pc:docMk/>
            <pc:sldMk cId="0" sldId="790"/>
            <ac:graphicFrameMk id="10" creationId="{EC0CFB80-F289-38D1-874E-FB3387B1131E}"/>
          </ac:graphicFrameMkLst>
        </pc:graphicFrameChg>
      </pc:sldChg>
      <pc:sldChg chg="delSp modSp mod">
        <pc:chgData name="Elisa Zuliani" userId="5d8035ea-da0f-4081-bdcf-3fa4d66daaa7" providerId="ADAL" clId="{4722C113-FF9D-495D-9E47-6ECF48CC02B8}" dt="2025-11-16T02:39:39.180" v="2039" actId="5793"/>
        <pc:sldMkLst>
          <pc:docMk/>
          <pc:sldMk cId="0" sldId="791"/>
        </pc:sldMkLst>
        <pc:spChg chg="mod">
          <ac:chgData name="Elisa Zuliani" userId="5d8035ea-da0f-4081-bdcf-3fa4d66daaa7" providerId="ADAL" clId="{4722C113-FF9D-495D-9E47-6ECF48CC02B8}" dt="2025-11-16T02:39:39.180" v="2039" actId="5793"/>
          <ac:spMkLst>
            <pc:docMk/>
            <pc:sldMk cId="0" sldId="791"/>
            <ac:spMk id="2" creationId="{00000000-0000-0000-0000-000000000000}"/>
          </ac:spMkLst>
        </pc:spChg>
        <pc:spChg chg="mod">
          <ac:chgData name="Elisa Zuliani" userId="5d8035ea-da0f-4081-bdcf-3fa4d66daaa7" providerId="ADAL" clId="{4722C113-FF9D-495D-9E47-6ECF48CC02B8}" dt="2025-11-16T02:38:57.366" v="2026" actId="20577"/>
          <ac:spMkLst>
            <pc:docMk/>
            <pc:sldMk cId="0" sldId="791"/>
            <ac:spMk id="6" creationId="{3F01B516-2D60-DB7D-0E69-22F903EC353D}"/>
          </ac:spMkLst>
        </pc:spChg>
        <pc:graphicFrameChg chg="del">
          <ac:chgData name="Elisa Zuliani" userId="5d8035ea-da0f-4081-bdcf-3fa4d66daaa7" providerId="ADAL" clId="{4722C113-FF9D-495D-9E47-6ECF48CC02B8}" dt="2025-11-16T02:39:03.774" v="2027" actId="478"/>
          <ac:graphicFrameMkLst>
            <pc:docMk/>
            <pc:sldMk cId="0" sldId="791"/>
            <ac:graphicFrameMk id="3" creationId="{00000000-0000-0000-0000-000000000000}"/>
          </ac:graphicFrameMkLst>
        </pc:graphicFrameChg>
      </pc:sldChg>
      <pc:sldChg chg="del">
        <pc:chgData name="Elisa Zuliani" userId="5d8035ea-da0f-4081-bdcf-3fa4d66daaa7" providerId="ADAL" clId="{4722C113-FF9D-495D-9E47-6ECF48CC02B8}" dt="2025-11-16T02:40:07.318" v="2040" actId="47"/>
        <pc:sldMkLst>
          <pc:docMk/>
          <pc:sldMk cId="0" sldId="792"/>
        </pc:sldMkLst>
      </pc:sldChg>
      <pc:sldChg chg="modSp add mod">
        <pc:chgData name="Elisa Zuliani" userId="5d8035ea-da0f-4081-bdcf-3fa4d66daaa7" providerId="ADAL" clId="{4722C113-FF9D-495D-9E47-6ECF48CC02B8}" dt="2025-11-16T01:19:42.884" v="736" actId="115"/>
        <pc:sldMkLst>
          <pc:docMk/>
          <pc:sldMk cId="750729533" sldId="793"/>
        </pc:sldMkLst>
        <pc:spChg chg="mod">
          <ac:chgData name="Elisa Zuliani" userId="5d8035ea-da0f-4081-bdcf-3fa4d66daaa7" providerId="ADAL" clId="{4722C113-FF9D-495D-9E47-6ECF48CC02B8}" dt="2025-11-16T01:19:42.884" v="736" actId="115"/>
          <ac:spMkLst>
            <pc:docMk/>
            <pc:sldMk cId="750729533" sldId="793"/>
            <ac:spMk id="3" creationId="{36650A58-797D-8EFC-988B-267900FEA1F1}"/>
          </ac:spMkLst>
        </pc:spChg>
      </pc:sldChg>
      <pc:sldChg chg="addSp delSp modSp add mod">
        <pc:chgData name="Elisa Zuliani" userId="5d8035ea-da0f-4081-bdcf-3fa4d66daaa7" providerId="ADAL" clId="{4722C113-FF9D-495D-9E47-6ECF48CC02B8}" dt="2025-11-16T01:55:17.889" v="1291" actId="20577"/>
        <pc:sldMkLst>
          <pc:docMk/>
          <pc:sldMk cId="1489479337" sldId="794"/>
        </pc:sldMkLst>
        <pc:spChg chg="del mod">
          <ac:chgData name="Elisa Zuliani" userId="5d8035ea-da0f-4081-bdcf-3fa4d66daaa7" providerId="ADAL" clId="{4722C113-FF9D-495D-9E47-6ECF48CC02B8}" dt="2025-11-16T01:25:22.220" v="949" actId="478"/>
          <ac:spMkLst>
            <pc:docMk/>
            <pc:sldMk cId="1489479337" sldId="794"/>
            <ac:spMk id="3" creationId="{2A0AE506-74FE-6CFB-BF84-E09BFB2CF589}"/>
          </ac:spMkLst>
        </pc:spChg>
        <pc:spChg chg="mod">
          <ac:chgData name="Elisa Zuliani" userId="5d8035ea-da0f-4081-bdcf-3fa4d66daaa7" providerId="ADAL" clId="{4722C113-FF9D-495D-9E47-6ECF48CC02B8}" dt="2025-11-16T01:55:17.889" v="1291" actId="20577"/>
          <ac:spMkLst>
            <pc:docMk/>
            <pc:sldMk cId="1489479337" sldId="794"/>
            <ac:spMk id="4" creationId="{033EBD6D-E5E8-0CAD-78E2-DD4395411432}"/>
          </ac:spMkLst>
        </pc:spChg>
        <pc:spChg chg="mod">
          <ac:chgData name="Elisa Zuliani" userId="5d8035ea-da0f-4081-bdcf-3fa4d66daaa7" providerId="ADAL" clId="{4722C113-FF9D-495D-9E47-6ECF48CC02B8}" dt="2025-11-16T01:46:39.658" v="1004" actId="20577"/>
          <ac:spMkLst>
            <pc:docMk/>
            <pc:sldMk cId="1489479337" sldId="794"/>
            <ac:spMk id="6" creationId="{B4F09DFF-268F-9BD8-5851-BA62AAE51500}"/>
          </ac:spMkLst>
        </pc:spChg>
        <pc:graphicFrameChg chg="add del mod">
          <ac:chgData name="Elisa Zuliani" userId="5d8035ea-da0f-4081-bdcf-3fa4d66daaa7" providerId="ADAL" clId="{4722C113-FF9D-495D-9E47-6ECF48CC02B8}" dt="2025-11-16T01:43:41.658" v="951" actId="478"/>
          <ac:graphicFrameMkLst>
            <pc:docMk/>
            <pc:sldMk cId="1489479337" sldId="794"/>
            <ac:graphicFrameMk id="2" creationId="{08911C07-EBF7-B4C3-27DA-DAD95D4F1AA1}"/>
          </ac:graphicFrameMkLst>
        </pc:graphicFrameChg>
        <pc:graphicFrameChg chg="add mod">
          <ac:chgData name="Elisa Zuliani" userId="5d8035ea-da0f-4081-bdcf-3fa4d66daaa7" providerId="ADAL" clId="{4722C113-FF9D-495D-9E47-6ECF48CC02B8}" dt="2025-11-16T01:45:59.223" v="958" actId="1076"/>
          <ac:graphicFrameMkLst>
            <pc:docMk/>
            <pc:sldMk cId="1489479337" sldId="794"/>
            <ac:graphicFrameMk id="7" creationId="{92E74F19-949C-D329-012A-0386E5F717AB}"/>
          </ac:graphicFrameMkLst>
        </pc:graphicFrameChg>
      </pc:sldChg>
      <pc:sldChg chg="modSp add mod">
        <pc:chgData name="Elisa Zuliani" userId="5d8035ea-da0f-4081-bdcf-3fa4d66daaa7" providerId="ADAL" clId="{4722C113-FF9D-495D-9E47-6ECF48CC02B8}" dt="2025-11-16T01:51:47.243" v="1224" actId="20577"/>
        <pc:sldMkLst>
          <pc:docMk/>
          <pc:sldMk cId="61392588" sldId="795"/>
        </pc:sldMkLst>
        <pc:spChg chg="mod">
          <ac:chgData name="Elisa Zuliani" userId="5d8035ea-da0f-4081-bdcf-3fa4d66daaa7" providerId="ADAL" clId="{4722C113-FF9D-495D-9E47-6ECF48CC02B8}" dt="2025-11-16T01:51:47.243" v="1224" actId="20577"/>
          <ac:spMkLst>
            <pc:docMk/>
            <pc:sldMk cId="61392588" sldId="795"/>
            <ac:spMk id="3" creationId="{AA06C102-6F82-12E4-ED5E-EE6C142E829A}"/>
          </ac:spMkLst>
        </pc:spChg>
      </pc:sldChg>
      <pc:sldChg chg="addSp delSp modSp add mod">
        <pc:chgData name="Elisa Zuliani" userId="5d8035ea-da0f-4081-bdcf-3fa4d66daaa7" providerId="ADAL" clId="{4722C113-FF9D-495D-9E47-6ECF48CC02B8}" dt="2025-11-16T01:49:53.689" v="1214" actId="1076"/>
        <pc:sldMkLst>
          <pc:docMk/>
          <pc:sldMk cId="3851712401" sldId="796"/>
        </pc:sldMkLst>
        <pc:spChg chg="del mod">
          <ac:chgData name="Elisa Zuliani" userId="5d8035ea-da0f-4081-bdcf-3fa4d66daaa7" providerId="ADAL" clId="{4722C113-FF9D-495D-9E47-6ECF48CC02B8}" dt="2025-11-16T01:49:45.349" v="1210" actId="478"/>
          <ac:spMkLst>
            <pc:docMk/>
            <pc:sldMk cId="3851712401" sldId="796"/>
            <ac:spMk id="3" creationId="{67E0DFE1-2045-F179-989D-7266EA7229C7}"/>
          </ac:spMkLst>
        </pc:spChg>
        <pc:picChg chg="add mod">
          <ac:chgData name="Elisa Zuliani" userId="5d8035ea-da0f-4081-bdcf-3fa4d66daaa7" providerId="ADAL" clId="{4722C113-FF9D-495D-9E47-6ECF48CC02B8}" dt="2025-11-16T01:49:53.689" v="1214" actId="1076"/>
          <ac:picMkLst>
            <pc:docMk/>
            <pc:sldMk cId="3851712401" sldId="796"/>
            <ac:picMk id="4" creationId="{2DE9C889-0E7C-CC07-A633-383A45DCA9FC}"/>
          </ac:picMkLst>
        </pc:picChg>
      </pc:sldChg>
      <pc:sldChg chg="addSp delSp modSp add mod">
        <pc:chgData name="Elisa Zuliani" userId="5d8035ea-da0f-4081-bdcf-3fa4d66daaa7" providerId="ADAL" clId="{4722C113-FF9D-495D-9E47-6ECF48CC02B8}" dt="2025-11-16T01:50:32.482" v="1221" actId="14100"/>
        <pc:sldMkLst>
          <pc:docMk/>
          <pc:sldMk cId="1524291171" sldId="797"/>
        </pc:sldMkLst>
        <pc:spChg chg="del">
          <ac:chgData name="Elisa Zuliani" userId="5d8035ea-da0f-4081-bdcf-3fa4d66daaa7" providerId="ADAL" clId="{4722C113-FF9D-495D-9E47-6ECF48CC02B8}" dt="2025-11-16T01:50:17.529" v="1216" actId="478"/>
          <ac:spMkLst>
            <pc:docMk/>
            <pc:sldMk cId="1524291171" sldId="797"/>
            <ac:spMk id="3" creationId="{AA5BC5EE-9392-7621-C9C7-9C350C358ADE}"/>
          </ac:spMkLst>
        </pc:spChg>
        <pc:picChg chg="add mod">
          <ac:chgData name="Elisa Zuliani" userId="5d8035ea-da0f-4081-bdcf-3fa4d66daaa7" providerId="ADAL" clId="{4722C113-FF9D-495D-9E47-6ECF48CC02B8}" dt="2025-11-16T01:50:32.482" v="1221" actId="14100"/>
          <ac:picMkLst>
            <pc:docMk/>
            <pc:sldMk cId="1524291171" sldId="797"/>
            <ac:picMk id="4" creationId="{6B11E5A3-B26C-1B6D-7695-198FD3FF7AFC}"/>
          </ac:picMkLst>
        </pc:picChg>
      </pc:sldChg>
      <pc:sldChg chg="modSp add mod">
        <pc:chgData name="Elisa Zuliani" userId="5d8035ea-da0f-4081-bdcf-3fa4d66daaa7" providerId="ADAL" clId="{4722C113-FF9D-495D-9E47-6ECF48CC02B8}" dt="2025-11-16T02:20:08.132" v="1688" actId="20577"/>
        <pc:sldMkLst>
          <pc:docMk/>
          <pc:sldMk cId="3942246851" sldId="798"/>
        </pc:sldMkLst>
        <pc:spChg chg="mod">
          <ac:chgData name="Elisa Zuliani" userId="5d8035ea-da0f-4081-bdcf-3fa4d66daaa7" providerId="ADAL" clId="{4722C113-FF9D-495D-9E47-6ECF48CC02B8}" dt="2025-11-16T01:54:58.030" v="1257" actId="20577"/>
          <ac:spMkLst>
            <pc:docMk/>
            <pc:sldMk cId="3942246851" sldId="798"/>
            <ac:spMk id="4" creationId="{74D0ECD9-7025-0249-C80B-64A8B30D4133}"/>
          </ac:spMkLst>
        </pc:spChg>
        <pc:spChg chg="mod">
          <ac:chgData name="Elisa Zuliani" userId="5d8035ea-da0f-4081-bdcf-3fa4d66daaa7" providerId="ADAL" clId="{4722C113-FF9D-495D-9E47-6ECF48CC02B8}" dt="2025-11-16T02:20:08.132" v="1688" actId="20577"/>
          <ac:spMkLst>
            <pc:docMk/>
            <pc:sldMk cId="3942246851" sldId="798"/>
            <ac:spMk id="6" creationId="{1BBC0168-BD1B-BFC4-65A7-561AE0F7EAFA}"/>
          </ac:spMkLst>
        </pc:spChg>
        <pc:graphicFrameChg chg="mod">
          <ac:chgData name="Elisa Zuliani" userId="5d8035ea-da0f-4081-bdcf-3fa4d66daaa7" providerId="ADAL" clId="{4722C113-FF9D-495D-9E47-6ECF48CC02B8}" dt="2025-11-16T01:51:52.860" v="1225"/>
          <ac:graphicFrameMkLst>
            <pc:docMk/>
            <pc:sldMk cId="3942246851" sldId="798"/>
            <ac:graphicFrameMk id="7" creationId="{56013DC7-8B3B-14D9-9FF2-EC65877764E4}"/>
          </ac:graphicFrameMkLst>
        </pc:graphicFrameChg>
      </pc:sldChg>
      <pc:sldChg chg="addSp modSp add del mod">
        <pc:chgData name="Elisa Zuliani" userId="5d8035ea-da0f-4081-bdcf-3fa4d66daaa7" providerId="ADAL" clId="{4722C113-FF9D-495D-9E47-6ECF48CC02B8}" dt="2025-11-16T02:53:26.555" v="2044" actId="47"/>
        <pc:sldMkLst>
          <pc:docMk/>
          <pc:sldMk cId="1982040368" sldId="799"/>
        </pc:sldMkLst>
        <pc:spChg chg="add mod">
          <ac:chgData name="Elisa Zuliani" userId="5d8035ea-da0f-4081-bdcf-3fa4d66daaa7" providerId="ADAL" clId="{4722C113-FF9D-495D-9E47-6ECF48CC02B8}" dt="2025-11-16T02:29:29.751" v="1756" actId="20577"/>
          <ac:spMkLst>
            <pc:docMk/>
            <pc:sldMk cId="1982040368" sldId="799"/>
            <ac:spMk id="2" creationId="{B2E7358B-5097-A915-26DF-53EFEB2464F9}"/>
          </ac:spMkLst>
        </pc:spChg>
        <pc:spChg chg="mod">
          <ac:chgData name="Elisa Zuliani" userId="5d8035ea-da0f-4081-bdcf-3fa4d66daaa7" providerId="ADAL" clId="{4722C113-FF9D-495D-9E47-6ECF48CC02B8}" dt="2025-11-16T02:32:33.994" v="1810" actId="20577"/>
          <ac:spMkLst>
            <pc:docMk/>
            <pc:sldMk cId="1982040368" sldId="799"/>
            <ac:spMk id="4" creationId="{2B397726-CA4E-9420-A02C-34E446A4898D}"/>
          </ac:spMkLst>
        </pc:spChg>
        <pc:spChg chg="mod">
          <ac:chgData name="Elisa Zuliani" userId="5d8035ea-da0f-4081-bdcf-3fa4d66daaa7" providerId="ADAL" clId="{4722C113-FF9D-495D-9E47-6ECF48CC02B8}" dt="2025-11-16T02:20:55.284" v="1726" actId="20577"/>
          <ac:spMkLst>
            <pc:docMk/>
            <pc:sldMk cId="1982040368" sldId="799"/>
            <ac:spMk id="6" creationId="{F6899864-4107-C5C1-EA7D-F77F99589798}"/>
          </ac:spMkLst>
        </pc:spChg>
        <pc:spChg chg="add mod">
          <ac:chgData name="Elisa Zuliani" userId="5d8035ea-da0f-4081-bdcf-3fa4d66daaa7" providerId="ADAL" clId="{4722C113-FF9D-495D-9E47-6ECF48CC02B8}" dt="2025-11-16T02:32:04.451" v="1785" actId="20577"/>
          <ac:spMkLst>
            <pc:docMk/>
            <pc:sldMk cId="1982040368" sldId="799"/>
            <ac:spMk id="8" creationId="{8AD7E74B-4AAE-20C8-DCE2-1FE1F7D2F60A}"/>
          </ac:spMkLst>
        </pc:spChg>
        <pc:graphicFrameChg chg="mod">
          <ac:chgData name="Elisa Zuliani" userId="5d8035ea-da0f-4081-bdcf-3fa4d66daaa7" providerId="ADAL" clId="{4722C113-FF9D-495D-9E47-6ECF48CC02B8}" dt="2025-11-16T02:28:42.547" v="1741" actId="1076"/>
          <ac:graphicFrameMkLst>
            <pc:docMk/>
            <pc:sldMk cId="1982040368" sldId="799"/>
            <ac:graphicFrameMk id="7" creationId="{7B03E7F0-3B80-0C33-D74F-30A47409E2FE}"/>
          </ac:graphicFrameMkLst>
        </pc:graphicFrameChg>
        <pc:picChg chg="add mod">
          <ac:chgData name="Elisa Zuliani" userId="5d8035ea-da0f-4081-bdcf-3fa4d66daaa7" providerId="ADAL" clId="{4722C113-FF9D-495D-9E47-6ECF48CC02B8}" dt="2025-11-16T02:29:02.890" v="1744" actId="1076"/>
          <ac:picMkLst>
            <pc:docMk/>
            <pc:sldMk cId="1982040368" sldId="799"/>
            <ac:picMk id="3" creationId="{8BBD314F-A83C-6E88-71A4-B9EB78E74252}"/>
          </ac:picMkLst>
        </pc:picChg>
      </pc:sldChg>
      <pc:sldChg chg="addSp modSp add del mod">
        <pc:chgData name="Elisa Zuliani" userId="5d8035ea-da0f-4081-bdcf-3fa4d66daaa7" providerId="ADAL" clId="{4722C113-FF9D-495D-9E47-6ECF48CC02B8}" dt="2025-11-16T02:53:24.105" v="2042" actId="47"/>
        <pc:sldMkLst>
          <pc:docMk/>
          <pc:sldMk cId="758148875" sldId="800"/>
        </pc:sldMkLst>
        <pc:spChg chg="add mod">
          <ac:chgData name="Elisa Zuliani" userId="5d8035ea-da0f-4081-bdcf-3fa4d66daaa7" providerId="ADAL" clId="{4722C113-FF9D-495D-9E47-6ECF48CC02B8}" dt="2025-11-16T02:15:36.093" v="1501" actId="1076"/>
          <ac:spMkLst>
            <pc:docMk/>
            <pc:sldMk cId="758148875" sldId="800"/>
            <ac:spMk id="2" creationId="{17348DF7-0AA7-8708-2CC1-ED7BA9442AC8}"/>
          </ac:spMkLst>
        </pc:spChg>
        <pc:spChg chg="mod">
          <ac:chgData name="Elisa Zuliani" userId="5d8035ea-da0f-4081-bdcf-3fa4d66daaa7" providerId="ADAL" clId="{4722C113-FF9D-495D-9E47-6ECF48CC02B8}" dt="2025-11-16T02:32:52.285" v="1838" actId="14100"/>
          <ac:spMkLst>
            <pc:docMk/>
            <pc:sldMk cId="758148875" sldId="800"/>
            <ac:spMk id="4" creationId="{7DE621E6-101A-9994-7911-6E1EBE849466}"/>
          </ac:spMkLst>
        </pc:spChg>
        <pc:spChg chg="mod">
          <ac:chgData name="Elisa Zuliani" userId="5d8035ea-da0f-4081-bdcf-3fa4d66daaa7" providerId="ADAL" clId="{4722C113-FF9D-495D-9E47-6ECF48CC02B8}" dt="2025-11-16T02:10:08.890" v="1330" actId="20577"/>
          <ac:spMkLst>
            <pc:docMk/>
            <pc:sldMk cId="758148875" sldId="800"/>
            <ac:spMk id="6" creationId="{5748633D-3466-8679-A7B8-D53992240A10}"/>
          </ac:spMkLst>
        </pc:spChg>
        <pc:spChg chg="add mod">
          <ac:chgData name="Elisa Zuliani" userId="5d8035ea-da0f-4081-bdcf-3fa4d66daaa7" providerId="ADAL" clId="{4722C113-FF9D-495D-9E47-6ECF48CC02B8}" dt="2025-11-16T02:19:41.016" v="1656" actId="2711"/>
          <ac:spMkLst>
            <pc:docMk/>
            <pc:sldMk cId="758148875" sldId="800"/>
            <ac:spMk id="9" creationId="{56E92BAF-1792-F879-3CB8-5803143CD8C3}"/>
          </ac:spMkLst>
        </pc:spChg>
        <pc:graphicFrameChg chg="mod">
          <ac:chgData name="Elisa Zuliani" userId="5d8035ea-da0f-4081-bdcf-3fa4d66daaa7" providerId="ADAL" clId="{4722C113-FF9D-495D-9E47-6ECF48CC02B8}" dt="2025-11-16T02:15:27.979" v="1498" actId="1076"/>
          <ac:graphicFrameMkLst>
            <pc:docMk/>
            <pc:sldMk cId="758148875" sldId="800"/>
            <ac:graphicFrameMk id="7" creationId="{2DD3B95E-E2D9-7879-63D6-944BA0C953ED}"/>
          </ac:graphicFrameMkLst>
        </pc:graphicFrameChg>
        <pc:picChg chg="add mod">
          <ac:chgData name="Elisa Zuliani" userId="5d8035ea-da0f-4081-bdcf-3fa4d66daaa7" providerId="ADAL" clId="{4722C113-FF9D-495D-9E47-6ECF48CC02B8}" dt="2025-11-16T02:15:39.035" v="1502" actId="1076"/>
          <ac:picMkLst>
            <pc:docMk/>
            <pc:sldMk cId="758148875" sldId="800"/>
            <ac:picMk id="8" creationId="{2C23A2DB-14A9-A919-25C9-5192D1C5F16D}"/>
          </ac:picMkLst>
        </pc:picChg>
      </pc:sldChg>
      <pc:sldChg chg="modSp add del mod">
        <pc:chgData name="Elisa Zuliani" userId="5d8035ea-da0f-4081-bdcf-3fa4d66daaa7" providerId="ADAL" clId="{4722C113-FF9D-495D-9E47-6ECF48CC02B8}" dt="2025-11-16T02:53:23.141" v="2041" actId="47"/>
        <pc:sldMkLst>
          <pc:docMk/>
          <pc:sldMk cId="1935003590" sldId="801"/>
        </pc:sldMkLst>
        <pc:spChg chg="mod">
          <ac:chgData name="Elisa Zuliani" userId="5d8035ea-da0f-4081-bdcf-3fa4d66daaa7" providerId="ADAL" clId="{4722C113-FF9D-495D-9E47-6ECF48CC02B8}" dt="2025-11-16T02:33:07.807" v="1859" actId="20577"/>
          <ac:spMkLst>
            <pc:docMk/>
            <pc:sldMk cId="1935003590" sldId="801"/>
            <ac:spMk id="4" creationId="{EA70FD2C-96EA-EB05-FAA0-2F5EB10BF02C}"/>
          </ac:spMkLst>
        </pc:spChg>
        <pc:spChg chg="mod">
          <ac:chgData name="Elisa Zuliani" userId="5d8035ea-da0f-4081-bdcf-3fa4d66daaa7" providerId="ADAL" clId="{4722C113-FF9D-495D-9E47-6ECF48CC02B8}" dt="2025-11-16T02:13:13.728" v="1370" actId="20577"/>
          <ac:spMkLst>
            <pc:docMk/>
            <pc:sldMk cId="1935003590" sldId="801"/>
            <ac:spMk id="6" creationId="{0D366D3D-1085-0263-D32B-B13F8AEE864E}"/>
          </ac:spMkLst>
        </pc:spChg>
      </pc:sldChg>
      <pc:sldChg chg="addSp delSp modSp add del mod">
        <pc:chgData name="Elisa Zuliani" userId="5d8035ea-da0f-4081-bdcf-3fa4d66daaa7" providerId="ADAL" clId="{4722C113-FF9D-495D-9E47-6ECF48CC02B8}" dt="2025-11-16T02:53:25.161" v="2043" actId="47"/>
        <pc:sldMkLst>
          <pc:docMk/>
          <pc:sldMk cId="2683680650" sldId="802"/>
        </pc:sldMkLst>
        <pc:spChg chg="add mod">
          <ac:chgData name="Elisa Zuliani" userId="5d8035ea-da0f-4081-bdcf-3fa4d66daaa7" providerId="ADAL" clId="{4722C113-FF9D-495D-9E47-6ECF48CC02B8}" dt="2025-11-16T02:33:26.990" v="1875" actId="20577"/>
          <ac:spMkLst>
            <pc:docMk/>
            <pc:sldMk cId="2683680650" sldId="802"/>
            <ac:spMk id="2" creationId="{EF9AC67D-9209-FBA2-03E5-D75A2BA9BDA3}"/>
          </ac:spMkLst>
        </pc:spChg>
        <pc:spChg chg="del">
          <ac:chgData name="Elisa Zuliani" userId="5d8035ea-da0f-4081-bdcf-3fa4d66daaa7" providerId="ADAL" clId="{4722C113-FF9D-495D-9E47-6ECF48CC02B8}" dt="2025-11-16T02:25:02.017" v="1736" actId="478"/>
          <ac:spMkLst>
            <pc:docMk/>
            <pc:sldMk cId="2683680650" sldId="802"/>
            <ac:spMk id="4" creationId="{F0D0A4B1-3CE3-3FE2-06C7-11721A3C295F}"/>
          </ac:spMkLst>
        </pc:spChg>
        <pc:spChg chg="mod">
          <ac:chgData name="Elisa Zuliani" userId="5d8035ea-da0f-4081-bdcf-3fa4d66daaa7" providerId="ADAL" clId="{4722C113-FF9D-495D-9E47-6ECF48CC02B8}" dt="2025-11-16T02:24:58.697" v="1735" actId="20577"/>
          <ac:spMkLst>
            <pc:docMk/>
            <pc:sldMk cId="2683680650" sldId="802"/>
            <ac:spMk id="6" creationId="{3DC4246D-CE1C-C9C1-828E-F382DEF1D8B6}"/>
          </ac:spMkLst>
        </pc:spChg>
        <pc:graphicFrameChg chg="mod">
          <ac:chgData name="Elisa Zuliani" userId="5d8035ea-da0f-4081-bdcf-3fa4d66daaa7" providerId="ADAL" clId="{4722C113-FF9D-495D-9E47-6ECF48CC02B8}" dt="2025-11-16T02:33:20.354" v="1861" actId="1076"/>
          <ac:graphicFrameMkLst>
            <pc:docMk/>
            <pc:sldMk cId="2683680650" sldId="802"/>
            <ac:graphicFrameMk id="7" creationId="{6ED39DC2-B191-604D-4A24-6114496704F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5655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r">
              <a:defRPr sz="1200"/>
            </a:lvl1pPr>
          </a:lstStyle>
          <a:p>
            <a:fld id="{0A013A6D-A27B-464A-8085-12C2023C33A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696913"/>
            <a:ext cx="6188075" cy="3481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58" tIns="46479" rIns="92958" bIns="4647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8500" y="4409758"/>
            <a:ext cx="5588000" cy="4177665"/>
          </a:xfrm>
          <a:prstGeom prst="rect">
            <a:avLst/>
          </a:prstGeom>
        </p:spPr>
        <p:txBody>
          <a:bodyPr vert="horz" lIns="92958" tIns="46479" rIns="92958" bIns="464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5655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r">
              <a:defRPr sz="1200"/>
            </a:lvl1pPr>
          </a:lstStyle>
          <a:p>
            <a:fld id="{99B22804-678A-4588-8318-46D4BE492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719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22804-678A-4588-8318-46D4BE49218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071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Blank - Log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A7E160-31FD-C540-B0FF-DC1FB76864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060" y="506439"/>
            <a:ext cx="1440161" cy="228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DC81263-C894-4873-89C2-971E5590E23B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60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Bar -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0ED6BF8-7C6F-6F4F-967B-BD627575E3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0980B6D-915E-41AE-AD5B-A36BF2CAC5C5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208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8315FBE-0FCD-7A43-A51F-8D7A70A8E2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1C3432-9C42-4A48-825B-C3094C036AEB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730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094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437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Basic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B9783AF-9CA9-F643-9710-CDABBD628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8C88A52-FA99-4BEC-9A78-5E07FCAB4954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698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C0562C7-A6C2-594B-86B1-EC3B8C2D7C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0C1E9A2-12C1-4979-AFFA-5E8BA8DB4F7D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181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- With Formal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6D2C611-B2AF-49AE-AFE1-B2114802218D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DD24ED-7FEE-BC40-8BEB-EFDEB1B510B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36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46EC379-6D58-A14A-BEBA-44C77DE616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751478A-F9E3-4EE4-9087-211C19387998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159" y="4583089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781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113D517-41DE-5D40-A368-5FB76062B4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5D07D92-6294-4F14-86FE-D10AC9A801A2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71D495-C219-A746-8610-2F0C983835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6409" y="5651500"/>
            <a:ext cx="2842199" cy="75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123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6534C-45DE-41A8-AA2B-DD797E8BAE16}" type="datetime1">
              <a:rPr lang="en-US" smtClean="0"/>
              <a:t>11/11/2025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This is the slide footer, which can be edited under Header &amp; Footer, along with slide numbers and date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4792" y="4542655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17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2859" y="210769"/>
            <a:ext cx="11346281" cy="468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F8B65-1483-4B3F-A448-0521E8C9ED3A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825044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888975-7FA8-4990-A221-A8D4AA93DF1B}" type="datetime1">
              <a:rPr lang="en-US" smtClean="0"/>
              <a:t>11/11/2025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9520101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3263B5-A16B-4CBF-89AF-1583C81BD7FF}" type="datetime1">
              <a:rPr lang="en-US" smtClean="0"/>
              <a:t>11/11/2025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919446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830215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6EDAA2-DF3E-4D48-856F-FB5399E9F66B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372553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0EEC23F-7C14-469F-A1B9-38D397306EDD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0617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59B159E-9C66-4E28-A9E0-71CCCBDB9217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EC20C1-EED5-9F44-9014-775D277A0C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060" y="506439"/>
            <a:ext cx="1440161" cy="22849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E5174B0-7AB5-F542-A5F8-596151682DE7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99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Bar - 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D29DE60-3DCA-4247-9B9A-9CF7F29EAB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E1691D9-E12D-42C0-8BA1-F5A1373BE1C8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0D783E-D406-104A-8E62-287FB56CA2E9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4021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Bar -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A868AFA-FE36-4FFE-A031-ED80A79D509B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99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7601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3903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Blank - 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00C2E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4BDE068-A8D9-459D-AC95-5BD6982A9031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1320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4FAEB19-06AB-4F2D-BE96-61EE880A4037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35360" y="5961784"/>
            <a:ext cx="11713301" cy="563563"/>
          </a:xfrm>
        </p:spPr>
        <p:txBody>
          <a:bodyPr anchor="b">
            <a:normAutofit/>
          </a:bodyPr>
          <a:lstStyle>
            <a:lvl1pPr algn="l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8771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61E413C-54E0-0E47-9173-86A258A0A7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D7E247-1F04-458A-9755-259C385159AB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3361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FC9C2BC-0E48-6041-8B55-69563B3D23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B2F29FF-CD2E-4E47-819B-780FE6BE24A4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6363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Cyan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79D93F3-E9DF-6A47-A3B6-27C4DC28D3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00C2E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7D5D68-E52E-4203-9A92-55A760F85E0D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00C2E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D61C1D-0A55-2249-AE5E-EBFB47DADBC4}"/>
              </a:ext>
            </a:extLst>
          </p:cNvPr>
          <p:cNvSpPr/>
          <p:nvPr userDrawn="1"/>
        </p:nvSpPr>
        <p:spPr>
          <a:xfrm>
            <a:off x="10200456" y="6417921"/>
            <a:ext cx="1872208" cy="440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6423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Blank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solidFill>
                  <a:srgbClr val="0AAD8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C9118D4-9F30-447E-848C-3E56CBEBE4F4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684829-7E9C-F64F-9C1B-54FA176E0A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060" y="506439"/>
            <a:ext cx="1440161" cy="22849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0DFE46C-76B7-0F41-A5F3-963324091D7F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7600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Bar - 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D32BE11-4D8F-1740-BE19-BE288FB716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3D877D-EBF1-49DB-A072-4E9B70D223C6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8248FB-0E2E-BA44-BA49-725257B11DF0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7457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56E6461-DFDE-413E-BCDC-E5351B674790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4610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6421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0977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0AAD8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07B4548-819E-4C00-8C36-57BF13901DBD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1213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op Bar - 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ECA07C-CB2E-4A6F-987C-8933693716E0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1544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B606A2-C5BE-8347-AC2D-E16F02D330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3CB5EE4-02A8-4F4F-AF71-F2F97FA0C0D9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6530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F74C05C-EDD5-DE4E-A665-68D9CD302E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BCF6243-C493-4C50-BECA-51D2680F588D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9463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Basic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EB1F70B-7F65-7D47-95E6-F3E523AD0D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0AAD8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05AC2C6-CC36-47EF-BE8D-83E3AE7A39C1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0AAD8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9B4413-1374-5B4E-B988-72DF93ECD468}"/>
              </a:ext>
            </a:extLst>
          </p:cNvPr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20C128-7ABB-1B44-A68F-ECCC4C7A0E18}"/>
              </a:ext>
            </a:extLst>
          </p:cNvPr>
          <p:cNvSpPr/>
          <p:nvPr userDrawn="1"/>
        </p:nvSpPr>
        <p:spPr>
          <a:xfrm>
            <a:off x="10200456" y="6417921"/>
            <a:ext cx="1872208" cy="440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4074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lank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8EAA225-43EB-49CC-9625-09C5D0CC1807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5863" y="476672"/>
            <a:ext cx="1510777" cy="240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7ADDDE-045B-E44F-BDEA-08AE7E6AC42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3069" y="318420"/>
            <a:ext cx="1616364" cy="41768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A9C1ECB-7705-6B42-B534-5DF04A5F771B}"/>
              </a:ext>
            </a:extLst>
          </p:cNvPr>
          <p:cNvSpPr/>
          <p:nvPr userDrawn="1"/>
        </p:nvSpPr>
        <p:spPr>
          <a:xfrm>
            <a:off x="10345863" y="347241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47767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05B02B6-E7B4-42F3-90B2-2801B747EAE3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D90012-C036-0F41-B75F-09A3674CE1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D9EC9B9-43AC-CB49-8487-347669B75B16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26682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Bar - Logo Bottom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2983B62-8B8E-4396-AAC0-029254DDE05B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55725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97331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2257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D60A48C-828F-4C74-85B6-794E5A2C5D6A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20594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8204AA-A46B-482B-9D21-B43E59128823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35360" y="5961784"/>
            <a:ext cx="11713301" cy="563563"/>
          </a:xfrm>
        </p:spPr>
        <p:txBody>
          <a:bodyPr anchor="b"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0750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50FE744-3BC4-0C41-A71D-DB17FDE4A6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D382845-11ED-4EB8-9640-DD33DC65F96D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530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EF07A5D-A511-024A-BFBF-792F92A4D9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5EF182A-FB98-480A-9C7C-7811435576C6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66893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E40A3BE-0884-9A40-9729-B4511D3904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3989C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F7DCC81-9C0B-407A-AC87-A022B5FF8E16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A79E1E-4059-6D4C-B2DA-D243E675219E}"/>
              </a:ext>
            </a:extLst>
          </p:cNvPr>
          <p:cNvSpPr/>
          <p:nvPr userDrawn="1"/>
        </p:nvSpPr>
        <p:spPr>
          <a:xfrm>
            <a:off x="10200456" y="6417921"/>
            <a:ext cx="1728192" cy="323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66198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Blank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C7091C9-50D1-4B3B-AE95-6538AA595F8F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28924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Bar - 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3E69555-D04C-4701-AB19-0B211266A9BF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CC098A-9E4A-0E46-9529-FEABB0D27F62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58CCDB9-4EA1-EB48-A095-88664431E2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61413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489B49-3815-4A08-9320-389A0F7D6AFD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95188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2682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22116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EC4451B-16AF-4D16-A530-933208496501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66131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50C6CFD-519D-41A3-99F2-FAE9DD011415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2919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0D5F9C7-9FF4-F941-8C81-F3197D2D03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651C4A-EDF0-4FE1-A52A-76F290528895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04244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D3160C0-A6C3-6145-BC13-2FF2038ECF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D5AB31F-EF1E-4C98-A04F-0A3648BBA970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43552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9528109-03A2-E64F-967C-36BC1EFB1F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FCAF1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BE26218-A5B9-4E80-878F-DBCFACBF30C9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FCAF1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E75FC-B753-5945-B1F8-09D61C52AB2C}"/>
              </a:ext>
            </a:extLst>
          </p:cNvPr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F8600E-CCBB-3648-941C-B98583C319F9}"/>
              </a:ext>
            </a:extLst>
          </p:cNvPr>
          <p:cNvSpPr/>
          <p:nvPr userDrawn="1"/>
        </p:nvSpPr>
        <p:spPr>
          <a:xfrm>
            <a:off x="10200456" y="6417921"/>
            <a:ext cx="1728192" cy="323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18899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lank with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F3BB86-6445-456B-B00D-98A3E75CB0BA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09170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lank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172B862-DC74-442F-820A-A2A58A496AB0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35456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Bar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A7933AB-54BF-478C-8E1B-42B08795FE41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A9C6CD-C211-CD45-AF14-B91B0C3675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A5C0DB1-217D-D84F-BCFF-D85D9250277D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93656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97FC774-152B-4C82-917D-645053E2AC73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AFE199-E756-F240-9DD5-700C15C111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41424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01585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9053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ty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E07093A-6BD4-4E03-BB46-27F22930560B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48160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1957994-B2A1-4E2A-9557-58020F828B0A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55956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D85D5B3-F476-1948-B9C5-A6FAFD8D81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814AB20-C775-4524-84AC-D2ED5DAF4121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10576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A19CBFF-5DA8-C341-A194-572FB5991E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5407160-66BB-49B8-B3DD-0005465EAFD6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9467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ty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92929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DF0C750-8BCA-48D8-AC8D-73EB38A4B137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2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B46D33-AEE0-4B44-96C5-9DF44DA9F4C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FBFAEFA-7989-2D4E-B407-C70594E59033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92546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Blank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C29CC7E-DC52-4939-AC1F-796D56CE109E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9EBD09-9E6C-EA45-8A15-D292326849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54153"/>
            <a:ext cx="1440161" cy="22849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4B6B18B-AB28-AA4D-83BD-446B5D203650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10111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Bar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2208BB1-B402-4387-8CFF-84B532F8A4E8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C5FD76-5D1E-DD46-92C4-84879FCD4A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AD2CD78-9605-124A-BD79-E9E50314E2B9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86719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E313E0F-CEB1-4D88-BC27-54F7A2EA785C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62799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42764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7BBE12-5279-134C-8C5C-B521F5578401}"/>
              </a:ext>
            </a:extLst>
          </p:cNvPr>
          <p:cNvSpPr/>
          <p:nvPr userDrawn="1"/>
        </p:nvSpPr>
        <p:spPr>
          <a:xfrm>
            <a:off x="10272464" y="6309320"/>
            <a:ext cx="1584175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37898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EACC1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DBF29EB-1CAF-42D5-A3ED-0FB8398F04E9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654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D4240F8-07ED-4467-B016-17843176ECF7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20158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11DAD7-7E79-4C01-AD23-8F7F083D0A68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A26479-5203-0C49-B7D7-8080A14B66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19676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4EE84C1-B19C-4F79-8A67-00A4DCDDD9C8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1CA3E9-B6E4-8A4B-8871-5A4E67F333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04037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6C91FA7-57C1-4941-9861-38B69BDC2235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EACC1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71D495-C219-A746-8610-2F0C983835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6409" y="5651500"/>
            <a:ext cx="2842199" cy="7572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EAC545-525B-E24B-883C-56D60E4E60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348241C-3B0A-7749-B7A2-6AD8F3FB35F6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44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F13BF13-5C1A-43F5-8E5F-E63ED09CFA19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070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694" r:id="rId2"/>
    <p:sldLayoutId id="2147483757" r:id="rId3"/>
    <p:sldLayoutId id="2147483815" r:id="rId4"/>
    <p:sldLayoutId id="2147483816" r:id="rId5"/>
    <p:sldLayoutId id="2147483695" r:id="rId6"/>
    <p:sldLayoutId id="2147483697" r:id="rId7"/>
    <p:sldLayoutId id="2147483700" r:id="rId8"/>
    <p:sldLayoutId id="2147483809" r:id="rId9"/>
    <p:sldLayoutId id="2147483758" r:id="rId10"/>
    <p:sldLayoutId id="2147483839" r:id="rId11"/>
    <p:sldLayoutId id="2147483841" r:id="rId12"/>
    <p:sldLayoutId id="2147483844" r:id="rId13"/>
    <p:sldLayoutId id="2147483845" r:id="rId14"/>
    <p:sldLayoutId id="2147483846" r:id="rId15"/>
    <p:sldLayoutId id="2147483847" r:id="rId1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ED03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5E61E5-4F51-5244-AF22-7E7830F6013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23BEAF0-9531-439F-A5E2-5A73EE5D0C27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461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817" r:id="rId5"/>
    <p:sldLayoutId id="2147483818" r:id="rId6"/>
    <p:sldLayoutId id="2147483764" r:id="rId7"/>
    <p:sldLayoutId id="2147483765" r:id="rId8"/>
    <p:sldLayoutId id="2147483767" r:id="rId9"/>
    <p:sldLayoutId id="2147483810" r:id="rId10"/>
    <p:sldLayoutId id="2147483768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00C2E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506057-B2D2-8D43-A4F7-12D8B3B0A82F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6E1617C-1B21-4073-96B0-CD63E59AB7E0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826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819" r:id="rId4"/>
    <p:sldLayoutId id="2147483820" r:id="rId5"/>
    <p:sldLayoutId id="2147483774" r:id="rId6"/>
    <p:sldLayoutId id="2147483776" r:id="rId7"/>
    <p:sldLayoutId id="2147483777" r:id="rId8"/>
    <p:sldLayoutId id="2147483811" r:id="rId9"/>
    <p:sldLayoutId id="2147483778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0AAD88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C19A9C5-52BF-F84D-A94B-A728BCB51A2B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6E4B64D-87D1-4754-A671-7503FD453606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035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821" r:id="rId4"/>
    <p:sldLayoutId id="2147483822" r:id="rId5"/>
    <p:sldLayoutId id="2147483784" r:id="rId6"/>
    <p:sldLayoutId id="2147483785" r:id="rId7"/>
    <p:sldLayoutId id="2147483787" r:id="rId8"/>
    <p:sldLayoutId id="2147483812" r:id="rId9"/>
    <p:sldLayoutId id="2147483788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3989C9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DC6D27-6BC2-DC43-9B42-6982FEEBBA21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F0AE750-AED6-4FC9-B676-5D500A12F61A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9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823" r:id="rId4"/>
    <p:sldLayoutId id="2147483824" r:id="rId5"/>
    <p:sldLayoutId id="2147483794" r:id="rId6"/>
    <p:sldLayoutId id="2147483796" r:id="rId7"/>
    <p:sldLayoutId id="2147483797" r:id="rId8"/>
    <p:sldLayoutId id="2147483813" r:id="rId9"/>
    <p:sldLayoutId id="2147483798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FCAF17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1CAB05-2034-4AA0-A8B5-541E5845A646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1E2860-83AC-7A4B-943A-076630A98A81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893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25" r:id="rId5"/>
    <p:sldLayoutId id="2147483826" r:id="rId6"/>
    <p:sldLayoutId id="2147483804" r:id="rId7"/>
    <p:sldLayoutId id="2147483806" r:id="rId8"/>
    <p:sldLayoutId id="2147483807" r:id="rId9"/>
    <p:sldLayoutId id="2147483814" r:id="rId10"/>
    <p:sldLayoutId id="2147483808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92929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03CABBC-1DA2-49DD-BC1B-AC2E3B9E91C1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BA3B90-0677-3D47-A75A-7CA89423C637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372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5" r:id="rId7"/>
    <p:sldLayoutId id="2147483836" r:id="rId8"/>
    <p:sldLayoutId id="2147483837" r:id="rId9"/>
    <p:sldLayoutId id="2147483838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EACC1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368" y="3573016"/>
            <a:ext cx="10363200" cy="2010147"/>
          </a:xfrm>
        </p:spPr>
        <p:txBody>
          <a:bodyPr>
            <a:normAutofit fontScale="90000"/>
          </a:bodyPr>
          <a:lstStyle/>
          <a:p>
            <a:br>
              <a:rPr lang="en-CA" dirty="0"/>
            </a:br>
            <a:br>
              <a:rPr lang="en-CA" dirty="0"/>
            </a:br>
            <a:br>
              <a:rPr lang="en-CA" dirty="0"/>
            </a:br>
            <a:br>
              <a:rPr lang="en-CA" dirty="0"/>
            </a:br>
            <a:r>
              <a:rPr lang="en-CA" dirty="0"/>
              <a:t>RSM222</a:t>
            </a:r>
            <a:br>
              <a:rPr lang="en-CA" dirty="0"/>
            </a:br>
            <a:r>
              <a:rPr lang="en-CA" sz="3900" dirty="0"/>
              <a:t>Management Accounting 1</a:t>
            </a:r>
            <a:br>
              <a:rPr lang="en-CA" sz="3900" dirty="0"/>
            </a:br>
            <a:br>
              <a:rPr lang="en-CA" sz="3900" dirty="0"/>
            </a:br>
            <a:r>
              <a:rPr lang="en-CA" sz="3100" dirty="0"/>
              <a:t>Class 11: In Class Exercise – Capital Budgeting</a:t>
            </a:r>
            <a:br>
              <a:rPr lang="en-CA" sz="3900" dirty="0"/>
            </a:br>
            <a:endParaRPr lang="en-CA" sz="3900" dirty="0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261764" y="6093296"/>
            <a:ext cx="10363200" cy="504056"/>
          </a:xfrm>
        </p:spPr>
        <p:txBody>
          <a:bodyPr>
            <a:normAutofit/>
          </a:bodyPr>
          <a:lstStyle/>
          <a:p>
            <a:r>
              <a:rPr lang="en-CA" dirty="0"/>
              <a:t>Elisa Zuliani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52327-40D4-DB86-08A7-3C044CEB8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622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</a:rPr>
              <a:t>IN</a:t>
            </a:r>
            <a:r>
              <a:rPr sz="3600" spc="-15" dirty="0">
                <a:solidFill>
                  <a:srgbClr val="FFFFFF"/>
                </a:solidFill>
              </a:rPr>
              <a:t> </a:t>
            </a:r>
            <a:r>
              <a:rPr sz="3600" dirty="0">
                <a:solidFill>
                  <a:srgbClr val="FFFFFF"/>
                </a:solidFill>
              </a:rPr>
              <a:t>CLASS</a:t>
            </a:r>
            <a:r>
              <a:rPr sz="3600" spc="-10" dirty="0">
                <a:solidFill>
                  <a:srgbClr val="FFFFFF"/>
                </a:solidFill>
              </a:rPr>
              <a:t> EXAMPLE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58190" y="2638805"/>
            <a:ext cx="2316504" cy="13048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CA" sz="2800" b="1" dirty="0">
                <a:solidFill>
                  <a:srgbClr val="FFFFFF"/>
                </a:solidFill>
                <a:latin typeface="Arial"/>
                <a:cs typeface="Arial"/>
              </a:rPr>
              <a:t>Mountain Adventures Company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74DFAAF8-5A7E-5BDA-9382-0E33F1CA95B0}"/>
              </a:ext>
            </a:extLst>
          </p:cNvPr>
          <p:cNvGrpSpPr/>
          <p:nvPr/>
        </p:nvGrpSpPr>
        <p:grpSpPr>
          <a:xfrm>
            <a:off x="7722107" y="1958339"/>
            <a:ext cx="2693035" cy="2689860"/>
            <a:chOff x="7722107" y="1958339"/>
            <a:chExt cx="2693035" cy="2689860"/>
          </a:xfrm>
        </p:grpSpPr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39D913FA-0ABD-1C80-E22E-BDFCE862C59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2107" y="2209799"/>
              <a:ext cx="2438400" cy="2438400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C0C541F7-F20B-55F8-31F3-4EF102567A1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5517" y="1958339"/>
              <a:ext cx="2079243" cy="209156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5162132-9A62-6D21-BF0A-37EFF32AA0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Capital Budgeting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1971" y="1844824"/>
            <a:ext cx="7080066" cy="15286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lang="en-CA" sz="2400" dirty="0">
                <a:latin typeface="Arial MT"/>
                <a:cs typeface="Arial MT"/>
              </a:rPr>
              <a:t>Independent shop operating out of Canoe Lake</a:t>
            </a:r>
          </a:p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lang="en-CA" sz="2400" dirty="0">
                <a:latin typeface="Arial MT"/>
                <a:cs typeface="Arial MT"/>
              </a:rPr>
              <a:t>Store has 2 parts:</a:t>
            </a:r>
          </a:p>
          <a:p>
            <a:pPr marL="756285" lvl="1" indent="-286385"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lang="en-CA" sz="2400" dirty="0">
                <a:latin typeface="Arial MT"/>
                <a:cs typeface="Arial MT"/>
              </a:rPr>
              <a:t>Retail section – sell clothing and supplies</a:t>
            </a:r>
          </a:p>
          <a:p>
            <a:pPr marL="756285" lvl="1" indent="-286385"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lang="en-CA" sz="2400" dirty="0">
                <a:latin typeface="Arial MT"/>
                <a:cs typeface="Arial MT"/>
              </a:rPr>
              <a:t>Rental section – rent boats</a:t>
            </a:r>
          </a:p>
        </p:txBody>
      </p:sp>
      <p:grpSp>
        <p:nvGrpSpPr>
          <p:cNvPr id="2" name="object 4">
            <a:extLst>
              <a:ext uri="{FF2B5EF4-FFF2-40B4-BE49-F238E27FC236}">
                <a16:creationId xmlns:a16="http://schemas.microsoft.com/office/drawing/2014/main" id="{7C1CDE18-099D-4E00-24B1-E74D2E91B3E2}"/>
              </a:ext>
            </a:extLst>
          </p:cNvPr>
          <p:cNvGrpSpPr/>
          <p:nvPr/>
        </p:nvGrpSpPr>
        <p:grpSpPr>
          <a:xfrm>
            <a:off x="1271464" y="2204864"/>
            <a:ext cx="2693035" cy="2689860"/>
            <a:chOff x="7722107" y="1958339"/>
            <a:chExt cx="2693035" cy="2689860"/>
          </a:xfrm>
        </p:grpSpPr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AF07A22-C341-6637-753B-671FE6FA512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2107" y="2209799"/>
              <a:ext cx="2438400" cy="2438400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C230158E-F6CE-8323-3F17-C23132C3E1F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5517" y="1958339"/>
              <a:ext cx="2079243" cy="2091563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AB050F2-73B5-C21A-1F9D-06DC2CBCA7DB}"/>
              </a:ext>
            </a:extLst>
          </p:cNvPr>
          <p:cNvSpPr txBox="1"/>
          <p:nvPr/>
        </p:nvSpPr>
        <p:spPr>
          <a:xfrm>
            <a:off x="4825834" y="4139475"/>
            <a:ext cx="6094948" cy="1200329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12700">
              <a:spcBef>
                <a:spcPts val="100"/>
              </a:spcBef>
              <a:tabLst>
                <a:tab pos="299085" algn="l"/>
              </a:tabLst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They are considering expanding the rental division to include tents and other camping essentials.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7A46E-89AD-B021-328A-29DE9B7AC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>
            <a:extLst>
              <a:ext uri="{FF2B5EF4-FFF2-40B4-BE49-F238E27FC236}">
                <a16:creationId xmlns:a16="http://schemas.microsoft.com/office/drawing/2014/main" id="{83179DC8-1A91-C280-76E6-079AB61C8ADF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442AC8A-5E56-FC4B-5D53-9F327131C8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Capital Budgeting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6650A58-797D-8EFC-988B-267900FEA1F1}"/>
              </a:ext>
            </a:extLst>
          </p:cNvPr>
          <p:cNvSpPr txBox="1"/>
          <p:nvPr/>
        </p:nvSpPr>
        <p:spPr>
          <a:xfrm>
            <a:off x="4601971" y="1844824"/>
            <a:ext cx="7080066" cy="34265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9085" algn="l"/>
              </a:tabLst>
            </a:pPr>
            <a:r>
              <a:rPr lang="en-CA" sz="2400" u="sng" dirty="0">
                <a:latin typeface="Arial MT"/>
                <a:cs typeface="Arial MT"/>
              </a:rPr>
              <a:t>Details:</a:t>
            </a:r>
          </a:p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lang="en-CA" sz="2400" dirty="0">
                <a:latin typeface="Arial MT"/>
                <a:cs typeface="Arial MT"/>
              </a:rPr>
              <a:t>Revenues should increase in year 3</a:t>
            </a:r>
          </a:p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lang="en-CA" sz="2400" dirty="0">
                <a:latin typeface="Arial MT"/>
                <a:cs typeface="Arial MT"/>
              </a:rPr>
              <a:t>Project would fit with the current operations</a:t>
            </a:r>
          </a:p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lang="en-CA" sz="2400" dirty="0">
                <a:latin typeface="Arial MT"/>
                <a:cs typeface="Arial MT"/>
              </a:rPr>
              <a:t>The salary expense for the staff is $62,000</a:t>
            </a:r>
          </a:p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lang="en-CA" sz="2400" dirty="0">
                <a:latin typeface="Arial MT"/>
                <a:cs typeface="Arial MT"/>
              </a:rPr>
              <a:t>This may increase revenue for existing canoes and kayak rental equipment</a:t>
            </a:r>
          </a:p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lang="en-CA" sz="2400" dirty="0">
                <a:latin typeface="Arial MT"/>
                <a:cs typeface="Arial MT"/>
              </a:rPr>
              <a:t>Wants to be “one-stop” rental option for campers</a:t>
            </a:r>
          </a:p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lang="en-CA" sz="2400" dirty="0">
                <a:latin typeface="Arial MT"/>
                <a:cs typeface="Arial MT"/>
              </a:rPr>
              <a:t>Desired rate of return is 10%</a:t>
            </a:r>
          </a:p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endParaRPr lang="en-CA" sz="2400" dirty="0">
              <a:latin typeface="Arial MT"/>
              <a:cs typeface="Arial MT"/>
            </a:endParaRPr>
          </a:p>
        </p:txBody>
      </p:sp>
      <p:grpSp>
        <p:nvGrpSpPr>
          <p:cNvPr id="2" name="object 4">
            <a:extLst>
              <a:ext uri="{FF2B5EF4-FFF2-40B4-BE49-F238E27FC236}">
                <a16:creationId xmlns:a16="http://schemas.microsoft.com/office/drawing/2014/main" id="{23C7972E-E4BF-04F2-C4E2-CEA33DA66329}"/>
              </a:ext>
            </a:extLst>
          </p:cNvPr>
          <p:cNvGrpSpPr/>
          <p:nvPr/>
        </p:nvGrpSpPr>
        <p:grpSpPr>
          <a:xfrm>
            <a:off x="1271464" y="2204864"/>
            <a:ext cx="2693035" cy="2689860"/>
            <a:chOff x="7722107" y="1958339"/>
            <a:chExt cx="2693035" cy="2689860"/>
          </a:xfrm>
        </p:grpSpPr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027A95FB-D4BB-13D3-FD77-A1A5F0D86D8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2107" y="2209799"/>
              <a:ext cx="2438400" cy="2438400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5700CB19-3305-1BBB-5948-AE6E511B23D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5517" y="1958339"/>
              <a:ext cx="2079243" cy="20915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50729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751CC-C765-8374-EADF-1FDCAD446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>
            <a:extLst>
              <a:ext uri="{FF2B5EF4-FFF2-40B4-BE49-F238E27FC236}">
                <a16:creationId xmlns:a16="http://schemas.microsoft.com/office/drawing/2014/main" id="{B20FF3CA-70FB-6A02-2F03-64F761E6A440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5FEC7BB0-7A7F-79EF-83B0-DB04252ACE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Capital Budgeting</a:t>
            </a:r>
          </a:p>
        </p:txBody>
      </p:sp>
      <p:grpSp>
        <p:nvGrpSpPr>
          <p:cNvPr id="2" name="object 4">
            <a:extLst>
              <a:ext uri="{FF2B5EF4-FFF2-40B4-BE49-F238E27FC236}">
                <a16:creationId xmlns:a16="http://schemas.microsoft.com/office/drawing/2014/main" id="{593D55EB-8695-D96B-B0E0-BB4653B2F171}"/>
              </a:ext>
            </a:extLst>
          </p:cNvPr>
          <p:cNvGrpSpPr/>
          <p:nvPr/>
        </p:nvGrpSpPr>
        <p:grpSpPr>
          <a:xfrm>
            <a:off x="1271464" y="2204864"/>
            <a:ext cx="2693035" cy="2689860"/>
            <a:chOff x="7722107" y="1958339"/>
            <a:chExt cx="2693035" cy="2689860"/>
          </a:xfrm>
        </p:grpSpPr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1E1EF825-F7F6-0547-E07E-7D3B5803215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2107" y="2209799"/>
              <a:ext cx="2438400" cy="2438400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8CFC52A6-0B7A-CBB1-5E12-2156CFF9F51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5517" y="1958339"/>
              <a:ext cx="2079243" cy="2091563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2DE9C889-0E7C-CC07-A633-383A45DCA9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856" y="1412776"/>
            <a:ext cx="5182691" cy="38794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1712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3DE6895-139D-3310-AD8E-4008ADD536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NPV – Question #1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9377" y="2348880"/>
            <a:ext cx="10993755" cy="343876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Cash Inflows:</a:t>
            </a:r>
          </a:p>
          <a:p>
            <a:pPr marL="342900" indent="-342900">
              <a:lnSpc>
                <a:spcPct val="100000"/>
              </a:lnSpc>
              <a:spcBef>
                <a:spcPts val="110"/>
              </a:spcBef>
              <a:buFontTx/>
              <a:buChar char="-"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Revenue</a:t>
            </a:r>
          </a:p>
          <a:p>
            <a:pPr marL="342900" indent="-342900">
              <a:lnSpc>
                <a:spcPct val="100000"/>
              </a:lnSpc>
              <a:spcBef>
                <a:spcPts val="110"/>
              </a:spcBef>
              <a:buFontTx/>
              <a:buChar char="-"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Salvage Value</a:t>
            </a:r>
          </a:p>
          <a:p>
            <a:pPr marL="342900" indent="-342900">
              <a:lnSpc>
                <a:spcPct val="100000"/>
              </a:lnSpc>
              <a:spcBef>
                <a:spcPts val="110"/>
              </a:spcBef>
              <a:buFontTx/>
              <a:buChar char="-"/>
            </a:pPr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Cash Outflows</a:t>
            </a:r>
          </a:p>
          <a:p>
            <a:pPr marL="342900" indent="-342900">
              <a:lnSpc>
                <a:spcPct val="100000"/>
              </a:lnSpc>
              <a:spcBef>
                <a:spcPts val="110"/>
              </a:spcBef>
              <a:buFontTx/>
              <a:buChar char="-"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Purchase of equipment</a:t>
            </a:r>
          </a:p>
          <a:p>
            <a:pPr marL="342900" indent="-342900">
              <a:lnSpc>
                <a:spcPct val="100000"/>
              </a:lnSpc>
              <a:spcBef>
                <a:spcPts val="110"/>
              </a:spcBef>
              <a:buFontTx/>
              <a:buChar char="-"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Purchase of shelves</a:t>
            </a:r>
          </a:p>
          <a:p>
            <a:pPr marL="342900" indent="-342900">
              <a:lnSpc>
                <a:spcPct val="100000"/>
              </a:lnSpc>
              <a:spcBef>
                <a:spcPts val="110"/>
              </a:spcBef>
              <a:buFontTx/>
              <a:buChar char="-"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Increase in working capital</a:t>
            </a:r>
          </a:p>
          <a:p>
            <a:pPr marL="342900" indent="-342900">
              <a:lnSpc>
                <a:spcPct val="100000"/>
              </a:lnSpc>
              <a:spcBef>
                <a:spcPts val="110"/>
              </a:spcBef>
              <a:buFontTx/>
              <a:buChar char="-"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Annual operating expenses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7408" y="620688"/>
            <a:ext cx="10153128" cy="1146468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Identify all the relevant cash inflows and outflows that should be considered in the capital budgeting decision for MAC’s expansion of camping equipment rental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ADC93-2D81-63BD-2CCE-B74D8E468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041BD3BB-28EF-37D2-2A4E-994A50DB6E1D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4F09DFF-268F-9BD8-5851-BA62AAE515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NPV – Question #2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33EBD6D-E5E8-0CAD-78E2-DD4395411432}"/>
              </a:ext>
            </a:extLst>
          </p:cNvPr>
          <p:cNvSpPr txBox="1"/>
          <p:nvPr/>
        </p:nvSpPr>
        <p:spPr>
          <a:xfrm>
            <a:off x="767408" y="620688"/>
            <a:ext cx="10153128" cy="407804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>
              <a:spcBef>
                <a:spcPts val="110"/>
              </a:spcBef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Compute the NPV of the Camping Equipment Rental</a:t>
            </a:r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92E74F19-949C-D329-012A-0386E5F717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3199154"/>
              </p:ext>
            </p:extLst>
          </p:nvPr>
        </p:nvGraphicFramePr>
        <p:xfrm>
          <a:off x="2063552" y="2132856"/>
          <a:ext cx="8724900" cy="298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8725044" imgH="2984751" progId="Excel.Sheet.12">
                  <p:embed/>
                </p:oleObj>
              </mc:Choice>
              <mc:Fallback>
                <p:oleObj name="Worksheet" r:id="rId2" imgW="8725044" imgH="2984751" progId="Excel.Sheet.12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92E74F19-949C-D329-012A-0386E5F717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63552" y="2132856"/>
                        <a:ext cx="8724900" cy="298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9479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3FEE7-F25F-2D38-FC89-56D9F48A4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>
            <a:extLst>
              <a:ext uri="{FF2B5EF4-FFF2-40B4-BE49-F238E27FC236}">
                <a16:creationId xmlns:a16="http://schemas.microsoft.com/office/drawing/2014/main" id="{708B7A26-4F02-9232-4439-50FFE8BF34D9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E613477D-BC17-4BA5-0A67-2B76AD1D6B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Capital Budgeting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A06C102-6F82-12E4-ED5E-EE6C142E829A}"/>
              </a:ext>
            </a:extLst>
          </p:cNvPr>
          <p:cNvSpPr txBox="1"/>
          <p:nvPr/>
        </p:nvSpPr>
        <p:spPr>
          <a:xfrm>
            <a:off x="4601971" y="1844824"/>
            <a:ext cx="7080066" cy="3031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9085" algn="l"/>
              </a:tabLst>
            </a:pPr>
            <a:r>
              <a:rPr lang="en-CA" sz="2400" u="sng" dirty="0">
                <a:latin typeface="Arial MT"/>
                <a:cs typeface="Arial MT"/>
              </a:rPr>
              <a:t>Details:</a:t>
            </a:r>
          </a:p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lang="en-CA" sz="2400" dirty="0">
                <a:latin typeface="Arial MT"/>
                <a:cs typeface="Arial MT"/>
              </a:rPr>
              <a:t>Considering investing in some recreational equipment for recreational area</a:t>
            </a:r>
          </a:p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lang="en-CA" sz="2400" dirty="0">
                <a:latin typeface="Arial MT"/>
                <a:cs typeface="Arial MT"/>
              </a:rPr>
              <a:t>Provide entertainment to families</a:t>
            </a:r>
          </a:p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lang="en-CA" sz="2400" dirty="0">
                <a:latin typeface="Arial MT"/>
                <a:cs typeface="Arial MT"/>
              </a:rPr>
              <a:t>Zone would be restricted, and families would need to pay flat $15 / day</a:t>
            </a:r>
          </a:p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endParaRPr lang="en-CA" sz="2400" dirty="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endParaRPr lang="en-CA" sz="2400" dirty="0">
              <a:latin typeface="Arial MT"/>
              <a:cs typeface="Arial MT"/>
            </a:endParaRPr>
          </a:p>
        </p:txBody>
      </p:sp>
      <p:grpSp>
        <p:nvGrpSpPr>
          <p:cNvPr id="2" name="object 4">
            <a:extLst>
              <a:ext uri="{FF2B5EF4-FFF2-40B4-BE49-F238E27FC236}">
                <a16:creationId xmlns:a16="http://schemas.microsoft.com/office/drawing/2014/main" id="{1ACBAD4E-4794-AB29-66ED-4789A863DEEF}"/>
              </a:ext>
            </a:extLst>
          </p:cNvPr>
          <p:cNvGrpSpPr/>
          <p:nvPr/>
        </p:nvGrpSpPr>
        <p:grpSpPr>
          <a:xfrm>
            <a:off x="1271464" y="2204864"/>
            <a:ext cx="2693035" cy="2689860"/>
            <a:chOff x="7722107" y="1958339"/>
            <a:chExt cx="2693035" cy="2689860"/>
          </a:xfrm>
        </p:grpSpPr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2B783A34-5D40-4FB2-F94C-6E60939896D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2107" y="2209799"/>
              <a:ext cx="2438400" cy="2438400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B9F372D2-5160-7C41-7589-8843120B24A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5517" y="1958339"/>
              <a:ext cx="2079243" cy="20915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1392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FDB59-3385-A1EB-3045-DC65A7068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>
            <a:extLst>
              <a:ext uri="{FF2B5EF4-FFF2-40B4-BE49-F238E27FC236}">
                <a16:creationId xmlns:a16="http://schemas.microsoft.com/office/drawing/2014/main" id="{DF4D2BEC-6292-E643-C761-132A037FECCC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1A268668-CFDE-F72A-1C02-F13F2A2A1F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Capital Budgeting</a:t>
            </a:r>
          </a:p>
        </p:txBody>
      </p:sp>
      <p:grpSp>
        <p:nvGrpSpPr>
          <p:cNvPr id="2" name="object 4">
            <a:extLst>
              <a:ext uri="{FF2B5EF4-FFF2-40B4-BE49-F238E27FC236}">
                <a16:creationId xmlns:a16="http://schemas.microsoft.com/office/drawing/2014/main" id="{2E16F5DE-E9DD-F0E8-D38D-F17D12409AC2}"/>
              </a:ext>
            </a:extLst>
          </p:cNvPr>
          <p:cNvGrpSpPr/>
          <p:nvPr/>
        </p:nvGrpSpPr>
        <p:grpSpPr>
          <a:xfrm>
            <a:off x="1271464" y="2204864"/>
            <a:ext cx="2693035" cy="2689860"/>
            <a:chOff x="7722107" y="1958339"/>
            <a:chExt cx="2693035" cy="2689860"/>
          </a:xfrm>
        </p:grpSpPr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E8F8F296-9C4F-E51B-4DA5-E600571D24C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2107" y="2209799"/>
              <a:ext cx="2438400" cy="2438400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91D9E5B0-6CFB-44E5-FC21-6B6AD1285D2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5517" y="1958339"/>
              <a:ext cx="2079243" cy="2091563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B11E5A3-B26C-1B6D-7695-198FD3FF7A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888" y="1412776"/>
            <a:ext cx="5348238" cy="35156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24291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DBC12-FBAD-28AD-BE21-64FA701C7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8FDD99D6-964C-D756-A757-0E3B921A6D90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BBC0168-BD1B-BFC4-65A7-561AE0F7E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NPV – Recreational Equipment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4D0ECD9-7025-0249-C80B-64A8B30D4133}"/>
              </a:ext>
            </a:extLst>
          </p:cNvPr>
          <p:cNvSpPr txBox="1"/>
          <p:nvPr/>
        </p:nvSpPr>
        <p:spPr>
          <a:xfrm>
            <a:off x="767408" y="620688"/>
            <a:ext cx="10153128" cy="407804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>
              <a:spcBef>
                <a:spcPts val="110"/>
              </a:spcBef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Compute the NPV of the Recreational Equipment</a:t>
            </a:r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56013DC7-8B3B-14D9-9FF2-EC65877764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466070"/>
              </p:ext>
            </p:extLst>
          </p:nvPr>
        </p:nvGraphicFramePr>
        <p:xfrm>
          <a:off x="2063552" y="2132856"/>
          <a:ext cx="8724900" cy="298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8725044" imgH="2984751" progId="Excel.Sheet.12">
                  <p:embed/>
                </p:oleObj>
              </mc:Choice>
              <mc:Fallback>
                <p:oleObj name="Worksheet" r:id="rId2" imgW="8725044" imgH="2984751" progId="Excel.Sheet.12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56013DC7-8B3B-14D9-9FF2-EC65877764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63552" y="2132856"/>
                        <a:ext cx="8724900" cy="298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2246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4019" y="947673"/>
            <a:ext cx="3162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Dineen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Financial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Information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D027F03-E2D9-FC9D-CE45-89A7271F0C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Which project would you recommend??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74B9CB2-798B-216C-BF87-521EF34A0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926079"/>
              </p:ext>
            </p:extLst>
          </p:nvPr>
        </p:nvGraphicFramePr>
        <p:xfrm>
          <a:off x="1631504" y="2008534"/>
          <a:ext cx="5937250" cy="150082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76464">
                  <a:extLst>
                    <a:ext uri="{9D8B030D-6E8A-4147-A177-3AD203B41FA5}">
                      <a16:colId xmlns:a16="http://schemas.microsoft.com/office/drawing/2014/main" val="342734522"/>
                    </a:ext>
                  </a:extLst>
                </a:gridCol>
                <a:gridCol w="1760786">
                  <a:extLst>
                    <a:ext uri="{9D8B030D-6E8A-4147-A177-3AD203B41FA5}">
                      <a16:colId xmlns:a16="http://schemas.microsoft.com/office/drawing/2014/main" val="246053775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Comparison of NPV</a:t>
                      </a:r>
                      <a:endParaRPr lang="en-CA" sz="2000" b="1" kern="1200" dirty="0">
                        <a:solidFill>
                          <a:schemeClr val="lt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4206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Camp</a:t>
                      </a:r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ing 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Equipment Rental</a:t>
                      </a:r>
                      <a:endParaRPr lang="en-CA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$5,193</a:t>
                      </a:r>
                      <a:endParaRPr lang="en-CA" sz="2000" b="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CA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50508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Recreational Equipment</a:t>
                      </a:r>
                      <a:endParaRPr lang="en-CA" sz="2000" b="1" kern="1200" dirty="0">
                        <a:solidFill>
                          <a:schemeClr val="lt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$4,673</a:t>
                      </a:r>
                      <a:endParaRPr lang="en-CA" sz="2000" b="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CA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3149955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5361" y="836712"/>
            <a:ext cx="10369151" cy="5131533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Fit with mission and vision of Mountain Adventure Company</a:t>
            </a:r>
          </a:p>
          <a:p>
            <a:pPr lvl="0"/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Experience – already run a successful rental store.   Easy to have synergies, maximize utilization of space and employees.    No experience in recreational facility – may need help to setup this project.</a:t>
            </a:r>
          </a:p>
          <a:p>
            <a:pPr lvl="0"/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Insurance – kids structure and kids area – higher risk of injury – need to be vigilant.</a:t>
            </a:r>
          </a:p>
          <a:p>
            <a:pPr lvl="0"/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Different customer – the day trip customer are new customers and may not necessarily rent canoes or expedition gear – less opportunities for cross selling. </a:t>
            </a:r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indent="-457200">
              <a:lnSpc>
                <a:spcPct val="100000"/>
              </a:lnSpc>
              <a:spcBef>
                <a:spcPts val="1275"/>
              </a:spcBef>
              <a:buSzPct val="79166"/>
              <a:buFont typeface="Arial MT"/>
              <a:buChar char="•"/>
              <a:tabLst>
                <a:tab pos="469900" algn="l"/>
              </a:tabLst>
            </a:pP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3F01B516-2D60-DB7D-0E69-22F903EC35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Qualitative Factors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6F989-30C7-9B2C-9B7C-A362216BB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DDB6ED7E-48FF-4DDA-BE32-1075D94F51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351" y="116629"/>
            <a:ext cx="9601067" cy="506016"/>
          </a:xfrm>
        </p:spPr>
        <p:txBody>
          <a:bodyPr/>
          <a:lstStyle/>
          <a:p>
            <a:r>
              <a:rPr lang="en-CA" dirty="0"/>
              <a:t>Any Questions?</a:t>
            </a:r>
            <a:endParaRPr lang="en-US" sz="1800" dirty="0"/>
          </a:p>
          <a:p>
            <a:endParaRPr lang="en-CA" dirty="0"/>
          </a:p>
        </p:txBody>
      </p:sp>
      <p:sp>
        <p:nvSpPr>
          <p:cNvPr id="2" name="object 16">
            <a:extLst>
              <a:ext uri="{FF2B5EF4-FFF2-40B4-BE49-F238E27FC236}">
                <a16:creationId xmlns:a16="http://schemas.microsoft.com/office/drawing/2014/main" id="{70E3F86C-C2BA-7728-C49B-7B059BF0EA10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794917252"/>
      </p:ext>
    </p:extLst>
  </p:cSld>
  <p:clrMapOvr>
    <a:masterClrMapping/>
  </p:clrMapOvr>
</p:sld>
</file>

<file path=ppt/theme/theme1.xml><?xml version="1.0" encoding="utf-8"?>
<a:theme xmlns:a="http://schemas.openxmlformats.org/drawingml/2006/main" name="Rotman Pin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otman Cy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Rotman Dark Tea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Rotman Blu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Rotman Orang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Rotman Gre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Rotman Gol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18c8954-ab2f-4275-a5d7-b9aa33856ba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C29625CE8F2445A33C4944AD902EE6" ma:contentTypeVersion="18" ma:contentTypeDescription="Create a new document." ma:contentTypeScope="" ma:versionID="2ba906667caed82590a3b6d7b3da7513">
  <xsd:schema xmlns:xsd="http://www.w3.org/2001/XMLSchema" xmlns:xs="http://www.w3.org/2001/XMLSchema" xmlns:p="http://schemas.microsoft.com/office/2006/metadata/properties" xmlns:ns3="c18c8954-ab2f-4275-a5d7-b9aa33856ba2" xmlns:ns4="7e677d30-5ff7-4313-a396-6d249a69ab27" targetNamespace="http://schemas.microsoft.com/office/2006/metadata/properties" ma:root="true" ma:fieldsID="85ab7bee49a667cd25923cf2338d3e94" ns3:_="" ns4:_="">
    <xsd:import namespace="c18c8954-ab2f-4275-a5d7-b9aa33856ba2"/>
    <xsd:import namespace="7e677d30-5ff7-4313-a396-6d249a69ab2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8c8954-ab2f-4275-a5d7-b9aa33856b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677d30-5ff7-4313-a396-6d249a69ab27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CF0919-26FB-4AF4-98AE-101D7BAB381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103E23-3D7C-4E39-9DD5-75683B020A9E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7e677d30-5ff7-4313-a396-6d249a69ab27"/>
    <ds:schemaRef ds:uri="http://schemas.microsoft.com/office/infopath/2007/PartnerControls"/>
    <ds:schemaRef ds:uri="http://schemas.openxmlformats.org/package/2006/metadata/core-properties"/>
    <ds:schemaRef ds:uri="c18c8954-ab2f-4275-a5d7-b9aa33856ba2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23AC9AE6-CD88-486C-8B5C-3155BF730A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8c8954-ab2f-4275-a5d7-b9aa33856ba2"/>
    <ds:schemaRef ds:uri="7e677d30-5ff7-4313-a396-6d249a69ab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8aac226-2f03-4b4d-9037-b46d56c55210}" enabled="0" method="" siteId="{78aac226-2f03-4b4d-9037-b46d56c552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17582</TotalTime>
  <Words>366</Words>
  <Application>Microsoft Office PowerPoint</Application>
  <PresentationFormat>Widescreen</PresentationFormat>
  <Paragraphs>71</Paragraphs>
  <Slides>13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7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Calibri</vt:lpstr>
      <vt:lpstr>Arial</vt:lpstr>
      <vt:lpstr>Arial MT</vt:lpstr>
      <vt:lpstr>Rotman Pink</vt:lpstr>
      <vt:lpstr>Rotman Cyan</vt:lpstr>
      <vt:lpstr>Rotman Dark Teal</vt:lpstr>
      <vt:lpstr>Rotman Blue</vt:lpstr>
      <vt:lpstr>Rotman Orange</vt:lpstr>
      <vt:lpstr>Rotman Grey</vt:lpstr>
      <vt:lpstr>Rotman Gold</vt:lpstr>
      <vt:lpstr>Microsoft Excel Worksheet</vt:lpstr>
      <vt:lpstr>    RSM222 Management Accounting 1  Class 11: In Class Exercise – Capital Budgeting </vt:lpstr>
      <vt:lpstr>IN CLASS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Graham Huber</dc:creator>
  <cp:lastModifiedBy>Elisa Zuliani</cp:lastModifiedBy>
  <cp:revision>196</cp:revision>
  <cp:lastPrinted>2025-09-15T17:53:16Z</cp:lastPrinted>
  <dcterms:created xsi:type="dcterms:W3CDTF">2013-07-26T14:57:40Z</dcterms:created>
  <dcterms:modified xsi:type="dcterms:W3CDTF">2025-11-16T02:53:50Z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0x01010089C29625CE8F2445A33C4944AD902EE6</vt:lpwstr>
  </property>
</Properties>
</file>