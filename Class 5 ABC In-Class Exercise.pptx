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2" r:id="rId4"/>
    <p:sldMasterId id="2147483759" r:id="rId5"/>
    <p:sldMasterId id="2147483769" r:id="rId6"/>
    <p:sldMasterId id="2147483779" r:id="rId7"/>
    <p:sldMasterId id="2147483789" r:id="rId8"/>
    <p:sldMasterId id="2147483799" r:id="rId9"/>
    <p:sldMasterId id="2147483827" r:id="rId10"/>
  </p:sldMasterIdLst>
  <p:notesMasterIdLst>
    <p:notesMasterId r:id="rId22"/>
  </p:notesMasterIdLst>
  <p:sldIdLst>
    <p:sldId id="25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6" r:id="rId20"/>
    <p:sldId id="706" r:id="rId21"/>
  </p:sldIdLst>
  <p:sldSz cx="12192000" cy="6858000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 userDrawn="1">
          <p15:clr>
            <a:srgbClr val="A4A3A4"/>
          </p15:clr>
        </p15:guide>
        <p15:guide id="2" pos="220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037C"/>
    <a:srgbClr val="CF55A1"/>
    <a:srgbClr val="EACC1B"/>
    <a:srgbClr val="929292"/>
    <a:srgbClr val="FCAF17"/>
    <a:srgbClr val="CE9D00"/>
    <a:srgbClr val="00C2E2"/>
    <a:srgbClr val="7C98AE"/>
    <a:srgbClr val="FF8C3F"/>
    <a:srgbClr val="398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0C53C-D816-4A1D-98DF-E11F2A80233A}" v="2" dt="2025-09-13T01:09:28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50000" autoAdjust="0"/>
  </p:normalViewPr>
  <p:slideViewPr>
    <p:cSldViewPr>
      <p:cViewPr varScale="1">
        <p:scale>
          <a:sx n="103" d="100"/>
          <a:sy n="103" d="100"/>
        </p:scale>
        <p:origin x="144" y="56"/>
      </p:cViewPr>
      <p:guideLst>
        <p:guide orient="horz" pos="2160"/>
        <p:guide pos="3840"/>
        <p:guide pos="39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2664" y="-96"/>
      </p:cViewPr>
      <p:guideLst>
        <p:guide orient="horz" pos="2924"/>
        <p:guide pos="22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a Zuliani" userId="5d8035ea-da0f-4081-bdcf-3fa4d66daaa7" providerId="ADAL" clId="{4722C113-FF9D-495D-9E47-6ECF48CC02B8}"/>
    <pc:docChg chg="custSel addSld delSld modSld">
      <pc:chgData name="Elisa Zuliani" userId="5d8035ea-da0f-4081-bdcf-3fa4d66daaa7" providerId="ADAL" clId="{4722C113-FF9D-495D-9E47-6ECF48CC02B8}" dt="2025-09-16T02:50:23.882" v="286" actId="20577"/>
      <pc:docMkLst>
        <pc:docMk/>
      </pc:docMkLst>
      <pc:sldChg chg="modSp mod">
        <pc:chgData name="Elisa Zuliani" userId="5d8035ea-da0f-4081-bdcf-3fa4d66daaa7" providerId="ADAL" clId="{4722C113-FF9D-495D-9E47-6ECF48CC02B8}" dt="2025-09-16T02:50:23.882" v="286" actId="20577"/>
        <pc:sldMkLst>
          <pc:docMk/>
          <pc:sldMk cId="3869622953" sldId="256"/>
        </pc:sldMkLst>
        <pc:spChg chg="mod">
          <ac:chgData name="Elisa Zuliani" userId="5d8035ea-da0f-4081-bdcf-3fa4d66daaa7" providerId="ADAL" clId="{4722C113-FF9D-495D-9E47-6ECF48CC02B8}" dt="2025-09-16T02:50:23.882" v="286" actId="20577"/>
          <ac:spMkLst>
            <pc:docMk/>
            <pc:sldMk cId="3869622953" sldId="256"/>
            <ac:spMk id="2" creationId="{00000000-0000-0000-0000-000000000000}"/>
          </ac:spMkLst>
        </pc:spChg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258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263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264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265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266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267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268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269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270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271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272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273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274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275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276"/>
        </pc:sldMkLst>
      </pc:sldChg>
      <pc:sldChg chg="addSp delSp modSp add mod modClrScheme chgLayout">
        <pc:chgData name="Elisa Zuliani" userId="5d8035ea-da0f-4081-bdcf-3fa4d66daaa7" providerId="ADAL" clId="{4722C113-FF9D-495D-9E47-6ECF48CC02B8}" dt="2025-09-13T01:08:32.859" v="3" actId="478"/>
        <pc:sldMkLst>
          <pc:docMk/>
          <pc:sldMk cId="0" sldId="277"/>
        </pc:sldMkLst>
        <pc:spChg chg="mod ord">
          <ac:chgData name="Elisa Zuliani" userId="5d8035ea-da0f-4081-bdcf-3fa4d66daaa7" providerId="ADAL" clId="{4722C113-FF9D-495D-9E47-6ECF48CC02B8}" dt="2025-09-13T01:08:29.887" v="2" actId="700"/>
          <ac:spMkLst>
            <pc:docMk/>
            <pc:sldMk cId="0" sldId="277"/>
            <ac:spMk id="2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01:08:29.887" v="2" actId="700"/>
          <ac:spMkLst>
            <pc:docMk/>
            <pc:sldMk cId="0" sldId="277"/>
            <ac:spMk id="6" creationId="{61FCC551-D0E0-2F32-CDAD-648C2CA12814}"/>
          </ac:spMkLst>
        </pc:spChg>
      </pc:sldChg>
      <pc:sldChg chg="addSp delSp modSp add mod modClrScheme chgLayout">
        <pc:chgData name="Elisa Zuliani" userId="5d8035ea-da0f-4081-bdcf-3fa4d66daaa7" providerId="ADAL" clId="{4722C113-FF9D-495D-9E47-6ECF48CC02B8}" dt="2025-09-13T01:08:59.630" v="39" actId="478"/>
        <pc:sldMkLst>
          <pc:docMk/>
          <pc:sldMk cId="0" sldId="278"/>
        </pc:sldMkLst>
        <pc:spChg chg="mod ord">
          <ac:chgData name="Elisa Zuliani" userId="5d8035ea-da0f-4081-bdcf-3fa4d66daaa7" providerId="ADAL" clId="{4722C113-FF9D-495D-9E47-6ECF48CC02B8}" dt="2025-09-13T01:08:39.805" v="4" actId="700"/>
          <ac:spMkLst>
            <pc:docMk/>
            <pc:sldMk cId="0" sldId="278"/>
            <ac:spMk id="4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01:08:50.291" v="35" actId="20577"/>
          <ac:spMkLst>
            <pc:docMk/>
            <pc:sldMk cId="0" sldId="278"/>
            <ac:spMk id="5" creationId="{98331E72-376D-1C7E-BA12-86CE1187F95D}"/>
          </ac:spMkLst>
        </pc:spChg>
      </pc:sldChg>
      <pc:sldChg chg="addSp delSp modSp add mod modClrScheme chgLayout">
        <pc:chgData name="Elisa Zuliani" userId="5d8035ea-da0f-4081-bdcf-3fa4d66daaa7" providerId="ADAL" clId="{4722C113-FF9D-495D-9E47-6ECF48CC02B8}" dt="2025-09-13T01:09:38.558" v="69" actId="1076"/>
        <pc:sldMkLst>
          <pc:docMk/>
          <pc:sldMk cId="0" sldId="279"/>
        </pc:sldMkLst>
        <pc:spChg chg="mod">
          <ac:chgData name="Elisa Zuliani" userId="5d8035ea-da0f-4081-bdcf-3fa4d66daaa7" providerId="ADAL" clId="{4722C113-FF9D-495D-9E47-6ECF48CC02B8}" dt="2025-09-13T01:09:32.314" v="67" actId="1076"/>
          <ac:spMkLst>
            <pc:docMk/>
            <pc:sldMk cId="0" sldId="279"/>
            <ac:spMk id="3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01:09:38.558" v="69" actId="1076"/>
          <ac:spMkLst>
            <pc:docMk/>
            <pc:sldMk cId="0" sldId="279"/>
            <ac:spMk id="4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01:09:08.777" v="40" actId="700"/>
          <ac:spMkLst>
            <pc:docMk/>
            <pc:sldMk cId="0" sldId="279"/>
            <ac:spMk id="7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01:09:15.430" v="63" actId="20577"/>
          <ac:spMkLst>
            <pc:docMk/>
            <pc:sldMk cId="0" sldId="279"/>
            <ac:spMk id="8" creationId="{81A5E19A-8711-E3C1-FF2B-689A9B7192E4}"/>
          </ac:spMkLst>
        </pc:spChg>
        <pc:spChg chg="add mod">
          <ac:chgData name="Elisa Zuliani" userId="5d8035ea-da0f-4081-bdcf-3fa4d66daaa7" providerId="ADAL" clId="{4722C113-FF9D-495D-9E47-6ECF48CC02B8}" dt="2025-09-13T01:09:21.744" v="65" actId="478"/>
          <ac:spMkLst>
            <pc:docMk/>
            <pc:sldMk cId="0" sldId="279"/>
            <ac:spMk id="11" creationId="{A7ABADCD-12A1-656F-C1C8-15ACB3DDEA2A}"/>
          </ac:spMkLst>
        </pc:spChg>
        <pc:graphicFrameChg chg="mod">
          <ac:chgData name="Elisa Zuliani" userId="5d8035ea-da0f-4081-bdcf-3fa4d66daaa7" providerId="ADAL" clId="{4722C113-FF9D-495D-9E47-6ECF48CC02B8}" dt="2025-09-13T01:09:36.126" v="68" actId="1076"/>
          <ac:graphicFrameMkLst>
            <pc:docMk/>
            <pc:sldMk cId="0" sldId="279"/>
            <ac:graphicFrameMk id="5" creationId="{00000000-0000-0000-0000-000000000000}"/>
          </ac:graphicFrameMkLst>
        </pc:graphicFrameChg>
      </pc:sldChg>
      <pc:sldChg chg="addSp delSp modSp add mod modClrScheme chgLayout">
        <pc:chgData name="Elisa Zuliani" userId="5d8035ea-da0f-4081-bdcf-3fa4d66daaa7" providerId="ADAL" clId="{4722C113-FF9D-495D-9E47-6ECF48CC02B8}" dt="2025-09-13T01:10:08.558" v="100" actId="478"/>
        <pc:sldMkLst>
          <pc:docMk/>
          <pc:sldMk cId="0" sldId="280"/>
        </pc:sldMkLst>
        <pc:spChg chg="mod">
          <ac:chgData name="Elisa Zuliani" userId="5d8035ea-da0f-4081-bdcf-3fa4d66daaa7" providerId="ADAL" clId="{4722C113-FF9D-495D-9E47-6ECF48CC02B8}" dt="2025-09-13T01:09:57.979" v="96" actId="1076"/>
          <ac:spMkLst>
            <pc:docMk/>
            <pc:sldMk cId="0" sldId="280"/>
            <ac:spMk id="3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01:09:45.031" v="70" actId="700"/>
          <ac:spMkLst>
            <pc:docMk/>
            <pc:sldMk cId="0" sldId="280"/>
            <ac:spMk id="5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01:09:51.857" v="93" actId="20577"/>
          <ac:spMkLst>
            <pc:docMk/>
            <pc:sldMk cId="0" sldId="280"/>
            <ac:spMk id="6" creationId="{E199EA39-0D10-1BD7-06E6-0836A37765F1}"/>
          </ac:spMkLst>
        </pc:spChg>
        <pc:graphicFrameChg chg="mod">
          <ac:chgData name="Elisa Zuliani" userId="5d8035ea-da0f-4081-bdcf-3fa4d66daaa7" providerId="ADAL" clId="{4722C113-FF9D-495D-9E47-6ECF48CC02B8}" dt="2025-09-13T01:10:02.492" v="97" actId="1076"/>
          <ac:graphicFrameMkLst>
            <pc:docMk/>
            <pc:sldMk cId="0" sldId="280"/>
            <ac:graphicFrameMk id="4" creationId="{00000000-0000-0000-0000-000000000000}"/>
          </ac:graphicFrameMkLst>
        </pc:graphicFrameChg>
      </pc:sldChg>
      <pc:sldChg chg="addSp delSp modSp add mod modClrScheme chgLayout">
        <pc:chgData name="Elisa Zuliani" userId="5d8035ea-da0f-4081-bdcf-3fa4d66daaa7" providerId="ADAL" clId="{4722C113-FF9D-495D-9E47-6ECF48CC02B8}" dt="2025-09-13T01:10:39.948" v="129" actId="14100"/>
        <pc:sldMkLst>
          <pc:docMk/>
          <pc:sldMk cId="0" sldId="281"/>
        </pc:sldMkLst>
        <pc:spChg chg="mod">
          <ac:chgData name="Elisa Zuliani" userId="5d8035ea-da0f-4081-bdcf-3fa4d66daaa7" providerId="ADAL" clId="{4722C113-FF9D-495D-9E47-6ECF48CC02B8}" dt="2025-09-13T01:10:36.190" v="128" actId="1076"/>
          <ac:spMkLst>
            <pc:docMk/>
            <pc:sldMk cId="0" sldId="281"/>
            <ac:spMk id="3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01:10:16.133" v="101" actId="700"/>
          <ac:spMkLst>
            <pc:docMk/>
            <pc:sldMk cId="0" sldId="281"/>
            <ac:spMk id="12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01:10:23.305" v="124" actId="20577"/>
          <ac:spMkLst>
            <pc:docMk/>
            <pc:sldMk cId="0" sldId="281"/>
            <ac:spMk id="13" creationId="{1F924323-0367-97B9-DB46-BC234C161210}"/>
          </ac:spMkLst>
        </pc:spChg>
        <pc:graphicFrameChg chg="mod modGraphic">
          <ac:chgData name="Elisa Zuliani" userId="5d8035ea-da0f-4081-bdcf-3fa4d66daaa7" providerId="ADAL" clId="{4722C113-FF9D-495D-9E47-6ECF48CC02B8}" dt="2025-09-13T01:10:39.948" v="129" actId="14100"/>
          <ac:graphicFrameMkLst>
            <pc:docMk/>
            <pc:sldMk cId="0" sldId="281"/>
            <ac:graphicFrameMk id="4" creationId="{00000000-0000-0000-0000-000000000000}"/>
          </ac:graphicFrameMkLst>
        </pc:graphicFrameChg>
      </pc:sldChg>
      <pc:sldChg chg="addSp delSp modSp add mod modClrScheme chgLayout">
        <pc:chgData name="Elisa Zuliani" userId="5d8035ea-da0f-4081-bdcf-3fa4d66daaa7" providerId="ADAL" clId="{4722C113-FF9D-495D-9E47-6ECF48CC02B8}" dt="2025-09-13T01:11:06.829" v="166" actId="478"/>
        <pc:sldMkLst>
          <pc:docMk/>
          <pc:sldMk cId="0" sldId="282"/>
        </pc:sldMkLst>
        <pc:spChg chg="mod">
          <ac:chgData name="Elisa Zuliani" userId="5d8035ea-da0f-4081-bdcf-3fa4d66daaa7" providerId="ADAL" clId="{4722C113-FF9D-495D-9E47-6ECF48CC02B8}" dt="2025-09-13T01:11:01.758" v="164" actId="1076"/>
          <ac:spMkLst>
            <pc:docMk/>
            <pc:sldMk cId="0" sldId="282"/>
            <ac:spMk id="3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01:10:47.496" v="130" actId="700"/>
          <ac:spMkLst>
            <pc:docMk/>
            <pc:sldMk cId="0" sldId="282"/>
            <ac:spMk id="5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01:10:56.318" v="161" actId="20577"/>
          <ac:spMkLst>
            <pc:docMk/>
            <pc:sldMk cId="0" sldId="282"/>
            <ac:spMk id="6" creationId="{25B73324-4AFC-289C-7726-F8FBCD8432FC}"/>
          </ac:spMkLst>
        </pc:spChg>
      </pc:sldChg>
      <pc:sldChg chg="addSp delSp modSp add mod modClrScheme chgLayout">
        <pc:chgData name="Elisa Zuliani" userId="5d8035ea-da0f-4081-bdcf-3fa4d66daaa7" providerId="ADAL" clId="{4722C113-FF9D-495D-9E47-6ECF48CC02B8}" dt="2025-09-13T01:11:34.975" v="193" actId="478"/>
        <pc:sldMkLst>
          <pc:docMk/>
          <pc:sldMk cId="0" sldId="283"/>
        </pc:sldMkLst>
        <pc:spChg chg="mod ord">
          <ac:chgData name="Elisa Zuliani" userId="5d8035ea-da0f-4081-bdcf-3fa4d66daaa7" providerId="ADAL" clId="{4722C113-FF9D-495D-9E47-6ECF48CC02B8}" dt="2025-09-13T01:11:14.153" v="167" actId="700"/>
          <ac:spMkLst>
            <pc:docMk/>
            <pc:sldMk cId="0" sldId="283"/>
            <ac:spMk id="5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01:11:23.080" v="190" actId="20577"/>
          <ac:spMkLst>
            <pc:docMk/>
            <pc:sldMk cId="0" sldId="283"/>
            <ac:spMk id="6" creationId="{9E2C51BD-6B94-21D3-14D7-BB846CD8610E}"/>
          </ac:spMkLst>
        </pc:spChg>
      </pc:sldChg>
      <pc:sldChg chg="addSp delSp modSp add mod modClrScheme chgLayout">
        <pc:chgData name="Elisa Zuliani" userId="5d8035ea-da0f-4081-bdcf-3fa4d66daaa7" providerId="ADAL" clId="{4722C113-FF9D-495D-9E47-6ECF48CC02B8}" dt="2025-09-13T01:13:10.560" v="237" actId="14100"/>
        <pc:sldMkLst>
          <pc:docMk/>
          <pc:sldMk cId="0" sldId="284"/>
        </pc:sldMkLst>
        <pc:spChg chg="mod">
          <ac:chgData name="Elisa Zuliani" userId="5d8035ea-da0f-4081-bdcf-3fa4d66daaa7" providerId="ADAL" clId="{4722C113-FF9D-495D-9E47-6ECF48CC02B8}" dt="2025-09-13T01:12:31.380" v="229" actId="1076"/>
          <ac:spMkLst>
            <pc:docMk/>
            <pc:sldMk cId="0" sldId="284"/>
            <ac:spMk id="3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01:12:44.109" v="232" actId="1076"/>
          <ac:spMkLst>
            <pc:docMk/>
            <pc:sldMk cId="0" sldId="284"/>
            <ac:spMk id="4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01:11:49.454" v="194" actId="700"/>
          <ac:spMkLst>
            <pc:docMk/>
            <pc:sldMk cId="0" sldId="284"/>
            <ac:spMk id="6" creationId="{00000000-0000-0000-0000-000000000000}"/>
          </ac:spMkLst>
        </pc:spChg>
        <pc:spChg chg="add mod">
          <ac:chgData name="Elisa Zuliani" userId="5d8035ea-da0f-4081-bdcf-3fa4d66daaa7" providerId="ADAL" clId="{4722C113-FF9D-495D-9E47-6ECF48CC02B8}" dt="2025-09-13T01:12:26.408" v="228" actId="20577"/>
          <ac:spMkLst>
            <pc:docMk/>
            <pc:sldMk cId="0" sldId="284"/>
            <ac:spMk id="11" creationId="{38F1BE0D-35EA-9BE1-55DF-5CF567D3D5E5}"/>
          </ac:spMkLst>
        </pc:spChg>
        <pc:spChg chg="add mod">
          <ac:chgData name="Elisa Zuliani" userId="5d8035ea-da0f-4081-bdcf-3fa4d66daaa7" providerId="ADAL" clId="{4722C113-FF9D-495D-9E47-6ECF48CC02B8}" dt="2025-09-13T01:13:10.560" v="237" actId="14100"/>
          <ac:spMkLst>
            <pc:docMk/>
            <pc:sldMk cId="0" sldId="284"/>
            <ac:spMk id="13" creationId="{C08089C5-84B3-6EED-6C25-628B0C986EAE}"/>
          </ac:spMkLst>
        </pc:spChg>
      </pc:sldChg>
      <pc:sldChg chg="add del">
        <pc:chgData name="Elisa Zuliani" userId="5d8035ea-da0f-4081-bdcf-3fa4d66daaa7" providerId="ADAL" clId="{4722C113-FF9D-495D-9E47-6ECF48CC02B8}" dt="2025-09-13T01:14:15.777" v="238" actId="47"/>
        <pc:sldMkLst>
          <pc:docMk/>
          <pc:sldMk cId="0" sldId="285"/>
        </pc:sldMkLst>
      </pc:sldChg>
      <pc:sldChg chg="addSp delSp modSp add mod modClrScheme chgLayout">
        <pc:chgData name="Elisa Zuliani" userId="5d8035ea-da0f-4081-bdcf-3fa4d66daaa7" providerId="ADAL" clId="{4722C113-FF9D-495D-9E47-6ECF48CC02B8}" dt="2025-09-13T01:14:47.514" v="271" actId="1076"/>
        <pc:sldMkLst>
          <pc:docMk/>
          <pc:sldMk cId="0" sldId="286"/>
        </pc:sldMkLst>
        <pc:spChg chg="mod">
          <ac:chgData name="Elisa Zuliani" userId="5d8035ea-da0f-4081-bdcf-3fa4d66daaa7" providerId="ADAL" clId="{4722C113-FF9D-495D-9E47-6ECF48CC02B8}" dt="2025-09-13T01:14:47.514" v="271" actId="1076"/>
          <ac:spMkLst>
            <pc:docMk/>
            <pc:sldMk cId="0" sldId="286"/>
            <ac:spMk id="3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01:14:24.977" v="239" actId="700"/>
          <ac:spMkLst>
            <pc:docMk/>
            <pc:sldMk cId="0" sldId="286"/>
            <ac:spMk id="4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01:14:33.832" v="266" actId="20577"/>
          <ac:spMkLst>
            <pc:docMk/>
            <pc:sldMk cId="0" sldId="286"/>
            <ac:spMk id="5" creationId="{5BDECC1E-8949-0ACB-205D-0C8868F44F74}"/>
          </ac:spMkLst>
        </pc:spChg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586722182" sldId="352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357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708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709"/>
        </pc:sldMkLst>
      </pc:sldChg>
      <pc:sldChg chg="del">
        <pc:chgData name="Elisa Zuliani" userId="5d8035ea-da0f-4081-bdcf-3fa4d66daaa7" providerId="ADAL" clId="{4722C113-FF9D-495D-9E47-6ECF48CC02B8}" dt="2025-09-13T01:08:10.534" v="0" actId="47"/>
        <pc:sldMkLst>
          <pc:docMk/>
          <pc:sldMk cId="0" sldId="7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0A013A6D-A27B-464A-8085-12C2023C33A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6913"/>
            <a:ext cx="6188075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99B22804-678A-4588-8318-46D4BE49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19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lank - Log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A7E160-31FD-C540-B0FF-DC1FB7686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60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0ED6BF8-7C6F-6F4F-967B-BD627575E3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20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315FBE-0FCD-7A43-A51F-8D7A70A8E2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3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9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3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asic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9783AF-9CA9-F643-9710-CDABBD628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9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0562C7-A6C2-594B-86B1-EC3B8C2D7C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8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- With Formal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D24ED-7FEE-BC40-8BEB-EFDEB1B51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3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46EC379-6D58-A14A-BEBA-44C77DE61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59" y="4583089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81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13D517-41DE-5D40-A368-5FB76062B4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2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242-C8DB-4802-BA0C-926516A62445}" type="datetimeFigureOut">
              <a:rPr lang="en-CA" smtClean="0"/>
              <a:t>2025-09-15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792" y="4542655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2859" y="210769"/>
            <a:ext cx="11346281" cy="468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82504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52010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19446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3021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372553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D93878-B235-46F8-9B0D-4981A02E34AD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61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C20C1-EED5-9F44-9014-775D277A0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5174B0-7AB5-F542-A5F8-596151682DE7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9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29DE60-3DCA-4247-9B9A-9CF7F29EA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0D783E-D406-104A-8E62-287FB56CA2E9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02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99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60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90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Blank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1320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28819C8-5172-4B4D-8B47-09E995D22C4F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8771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61E413C-54E0-0E47-9173-86A258A0A7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36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C9C2BC-0E48-6041-8B55-69563B3D2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363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79D93F3-E9DF-6A47-A3B6-27C4DC28D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0C2E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61C1D-0A55-2249-AE5E-EBFB47DADBC4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642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684829-7E9C-F64F-9C1B-54FA176E0A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DFE46C-76B7-0F41-A5F3-963324091D7F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600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D32BE11-4D8F-1740-BE19-BE288FB716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8248FB-0E2E-BA44-BA49-725257B11DF0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45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610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42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977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213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op Bar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544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B606A2-C5BE-8347-AC2D-E16F02D330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530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F74C05C-EDD5-DE4E-A665-68D9CD302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463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sic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EB1F70B-7F65-7D47-95E6-F3E523AD0D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AAD8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B4413-1374-5B4E-B988-72DF93ECD468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20C128-7ABB-1B44-A68F-ECCC4C7A0E18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07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863" y="476672"/>
            <a:ext cx="1510777" cy="24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7ADDDE-045B-E44F-BDEA-08AE7E6AC4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69" y="318420"/>
            <a:ext cx="1616364" cy="41768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A9C1ECB-7705-6B42-B534-5DF04A5F771B}"/>
              </a:ext>
            </a:extLst>
          </p:cNvPr>
          <p:cNvSpPr/>
          <p:nvPr userDrawn="1"/>
        </p:nvSpPr>
        <p:spPr>
          <a:xfrm>
            <a:off x="10345863" y="347241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776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D90012-C036-0F41-B75F-09A3674CE1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9EC9B9-43AC-CB49-8487-347669B75B16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668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572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733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25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2059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28819C8-5172-4B4D-8B47-09E995D22C4F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0750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50FE744-3BC4-0C41-A71D-DB17FDE4A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530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F07A5D-A511-024A-BFBF-792F92A4D9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89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40A3BE-0884-9A40-9729-B4511D3904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3989C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79E1E-4059-6D4C-B2DA-D243E675219E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619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2892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C098A-9E4A-0E46-9529-FEABB0D27F62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8CCDB9-4EA1-EB48-A095-88664431E2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141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9518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268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211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613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2919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0D5F9C7-9FF4-F941-8C81-F3197D2D0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424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D3160C0-A6C3-6145-BC13-2FF2038ECF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355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9528109-03A2-E64F-967C-36BC1EFB1F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FCAF1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FCAF1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E75FC-B753-5945-B1F8-09D61C52AB2C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8600E-CCBB-3648-941C-B98583C319F9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889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with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D93878-B235-46F8-9B0D-4981A02E34AD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917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545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A9C6CD-C211-CD45-AF14-B91B0C3675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5C0DB1-217D-D84F-BCFF-D85D9250277D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365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AFE199-E756-F240-9DD5-700C15C11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142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158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053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816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5956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D85D5B3-F476-1948-B9C5-A6FAFD8D8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0576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19CBFF-5DA8-C341-A194-572FB5991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467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92929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2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B46D33-AEE0-4B44-96C5-9DF44DA9F4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BFAEFA-7989-2D4E-B407-C70594E59033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254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9EBD09-9E6C-EA45-8A15-D29232684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54153"/>
            <a:ext cx="1440161" cy="22849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B6B18B-AB28-AA4D-83BD-446B5D203650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11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C5FD76-5D1E-DD46-92C4-84879FCD4A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D2CD78-9605-124A-BD79-E9E50314E2B9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671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2799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2764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7BBE12-5279-134C-8C5C-B521F5578401}"/>
              </a:ext>
            </a:extLst>
          </p:cNvPr>
          <p:cNvSpPr/>
          <p:nvPr userDrawn="1"/>
        </p:nvSpPr>
        <p:spPr>
          <a:xfrm>
            <a:off x="10272464" y="6309320"/>
            <a:ext cx="1584175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7898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654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20158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6479-5203-0C49-B7D7-8080A14B66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9676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1CA3E9-B6E4-8A4B-8871-5A4E67F333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4037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EAC545-525B-E24B-883C-56D60E4E60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348241C-3B0A-7749-B7A2-6AD8F3FB35F6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4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7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694" r:id="rId2"/>
    <p:sldLayoutId id="2147483757" r:id="rId3"/>
    <p:sldLayoutId id="2147483815" r:id="rId4"/>
    <p:sldLayoutId id="2147483816" r:id="rId5"/>
    <p:sldLayoutId id="2147483695" r:id="rId6"/>
    <p:sldLayoutId id="2147483697" r:id="rId7"/>
    <p:sldLayoutId id="2147483700" r:id="rId8"/>
    <p:sldLayoutId id="2147483809" r:id="rId9"/>
    <p:sldLayoutId id="2147483758" r:id="rId10"/>
    <p:sldLayoutId id="2147483839" r:id="rId11"/>
    <p:sldLayoutId id="2147483841" r:id="rId12"/>
    <p:sldLayoutId id="2147483844" r:id="rId13"/>
    <p:sldLayoutId id="2147483845" r:id="rId14"/>
    <p:sldLayoutId id="2147483846" r:id="rId15"/>
    <p:sldLayoutId id="2147483847" r:id="rId16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D03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E61E5-4F51-5244-AF22-7E7830F6013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46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817" r:id="rId5"/>
    <p:sldLayoutId id="2147483818" r:id="rId6"/>
    <p:sldLayoutId id="2147483764" r:id="rId7"/>
    <p:sldLayoutId id="2147483765" r:id="rId8"/>
    <p:sldLayoutId id="2147483767" r:id="rId9"/>
    <p:sldLayoutId id="2147483810" r:id="rId10"/>
    <p:sldLayoutId id="2147483768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0C2E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506057-B2D2-8D43-A4F7-12D8B3B0A82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82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819" r:id="rId4"/>
    <p:sldLayoutId id="2147483820" r:id="rId5"/>
    <p:sldLayoutId id="2147483774" r:id="rId6"/>
    <p:sldLayoutId id="2147483776" r:id="rId7"/>
    <p:sldLayoutId id="2147483777" r:id="rId8"/>
    <p:sldLayoutId id="2147483811" r:id="rId9"/>
    <p:sldLayoutId id="214748377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AAD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19A9C5-52BF-F84D-A94B-A728BCB51A2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821" r:id="rId4"/>
    <p:sldLayoutId id="2147483822" r:id="rId5"/>
    <p:sldLayoutId id="2147483784" r:id="rId6"/>
    <p:sldLayoutId id="2147483785" r:id="rId7"/>
    <p:sldLayoutId id="2147483787" r:id="rId8"/>
    <p:sldLayoutId id="2147483812" r:id="rId9"/>
    <p:sldLayoutId id="214748378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3989C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DC6D27-6BC2-DC43-9B42-6982FEEBBA2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823" r:id="rId4"/>
    <p:sldLayoutId id="2147483824" r:id="rId5"/>
    <p:sldLayoutId id="2147483794" r:id="rId6"/>
    <p:sldLayoutId id="2147483796" r:id="rId7"/>
    <p:sldLayoutId id="2147483797" r:id="rId8"/>
    <p:sldLayoutId id="2147483813" r:id="rId9"/>
    <p:sldLayoutId id="214748379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FCAF1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E2860-83AC-7A4B-943A-076630A98A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9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25" r:id="rId5"/>
    <p:sldLayoutId id="2147483826" r:id="rId6"/>
    <p:sldLayoutId id="2147483804" r:id="rId7"/>
    <p:sldLayoutId id="2147483806" r:id="rId8"/>
    <p:sldLayoutId id="2147483807" r:id="rId9"/>
    <p:sldLayoutId id="2147483814" r:id="rId10"/>
    <p:sldLayoutId id="2147483808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92929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A3B90-0677-3D47-A75A-7CA89423C63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7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5" r:id="rId7"/>
    <p:sldLayoutId id="2147483836" r:id="rId8"/>
    <p:sldLayoutId id="2147483837" r:id="rId9"/>
    <p:sldLayoutId id="214748383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ACC1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368" y="3573016"/>
            <a:ext cx="10363200" cy="2010147"/>
          </a:xfrm>
        </p:spPr>
        <p:txBody>
          <a:bodyPr>
            <a:normAutofit fontScale="90000"/>
          </a:bodyPr>
          <a:lstStyle/>
          <a:p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r>
              <a:rPr lang="en-CA" dirty="0"/>
              <a:t>RSM222</a:t>
            </a:r>
            <a:br>
              <a:rPr lang="en-CA" dirty="0"/>
            </a:br>
            <a:r>
              <a:rPr lang="en-CA" sz="3900" dirty="0"/>
              <a:t>Management Accounting 1</a:t>
            </a:r>
            <a:br>
              <a:rPr lang="en-CA" sz="3900" dirty="0"/>
            </a:br>
            <a:br>
              <a:rPr lang="en-CA" sz="3900" dirty="0"/>
            </a:br>
            <a:r>
              <a:rPr lang="en-CA" sz="3100" dirty="0"/>
              <a:t>Class 5: In </a:t>
            </a:r>
            <a:r>
              <a:rPr lang="en-CA" sz="3100"/>
              <a:t>Class Exercise – ABC Costing</a:t>
            </a:r>
            <a:endParaRPr lang="en-CA" sz="390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261764" y="6093296"/>
            <a:ext cx="10363200" cy="504056"/>
          </a:xfrm>
        </p:spPr>
        <p:txBody>
          <a:bodyPr>
            <a:normAutofit/>
          </a:bodyPr>
          <a:lstStyle/>
          <a:p>
            <a:r>
              <a:rPr lang="en-CA" dirty="0"/>
              <a:t>Elisa Zuliani</a:t>
            </a:r>
          </a:p>
        </p:txBody>
      </p:sp>
    </p:spTree>
    <p:extLst>
      <p:ext uri="{BB962C8B-B14F-4D97-AF65-F5344CB8AC3E}">
        <p14:creationId xmlns:p14="http://schemas.microsoft.com/office/powerpoint/2010/main" val="386962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CC551-D0E0-2F32-CDAD-648C2CA1281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</a:rPr>
              <a:t>IN</a:t>
            </a:r>
            <a:r>
              <a:rPr sz="3600" spc="-1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CLASS</a:t>
            </a:r>
            <a:r>
              <a:rPr sz="3600" spc="-10" dirty="0">
                <a:solidFill>
                  <a:srgbClr val="FFFFFF"/>
                </a:solidFill>
              </a:rPr>
              <a:t> EXAMPLE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58190" y="2638805"/>
            <a:ext cx="4035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Sinclair</a:t>
            </a: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Graphic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Design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5328" y="1726692"/>
            <a:ext cx="4629912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8331E72-376D-1C7E-BA12-86CE1187F9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Sinclair Graphic 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0123" y="1582673"/>
            <a:ext cx="1115758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Sinclair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Graphic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Design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provides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design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digital-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printing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services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for</a:t>
            </a:r>
            <a:r>
              <a:rPr sz="2400" spc="-9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indoor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banners.</a:t>
            </a:r>
            <a:r>
              <a:rPr sz="2400" spc="-10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Three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years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ago,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company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introduced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second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printing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and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production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service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for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outdoor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banners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that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have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become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increasingly</a:t>
            </a:r>
            <a:r>
              <a:rPr sz="24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popular.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outdoor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banners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are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more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complex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product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than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indoor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banners,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requiring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weatherproof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vinyl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materials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2400" spc="-9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different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printing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process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to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improve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visibility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text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graphics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content.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Moreover,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outdoor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banners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are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printed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smaller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production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runs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because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less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frequent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orders;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setup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printing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equipment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takes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longer;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and,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since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higher</a:t>
            </a:r>
            <a:r>
              <a:rPr sz="24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durability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 is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needed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withstand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elements,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more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quality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inspections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are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needed.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81A5E19A-8711-E3C1-FF2B-689A9B7192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Sinclair Graphic 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6230" y="1024571"/>
            <a:ext cx="1064895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buSzPct val="80000"/>
              <a:buChar char="•"/>
              <a:tabLst>
                <a:tab pos="469900" algn="l"/>
                <a:tab pos="2091055" algn="l"/>
              </a:tabLst>
            </a:pP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Currently,</a:t>
            </a:r>
            <a:r>
              <a:rPr sz="20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management</a:t>
            </a:r>
            <a:r>
              <a:rPr sz="20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determines</a:t>
            </a:r>
            <a:r>
              <a:rPr sz="20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cost</a:t>
            </a:r>
            <a:r>
              <a:rPr sz="20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each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type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banner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by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using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traditional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costing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approach</a:t>
            </a:r>
            <a:r>
              <a:rPr sz="20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where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overhead</a:t>
            </a:r>
            <a:r>
              <a:rPr sz="20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costs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are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assigned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products</a:t>
            </a:r>
            <a:r>
              <a:rPr sz="20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on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basis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0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direct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labour</a:t>
            </a:r>
            <a:r>
              <a:rPr sz="20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hours.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	Under</a:t>
            </a:r>
            <a:r>
              <a:rPr sz="20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this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method,</a:t>
            </a:r>
            <a:r>
              <a:rPr sz="20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following</a:t>
            </a:r>
            <a:r>
              <a:rPr sz="20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costs</a:t>
            </a:r>
            <a:r>
              <a:rPr sz="20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were</a:t>
            </a:r>
            <a:r>
              <a:rPr sz="20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determined: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230" y="3362245"/>
            <a:ext cx="1099820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buSzPct val="80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Despite</a:t>
            </a:r>
            <a:r>
              <a:rPr sz="20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introduction</a:t>
            </a:r>
            <a:r>
              <a:rPr sz="20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new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outdoor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banners,</a:t>
            </a:r>
            <a:r>
              <a:rPr sz="20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profits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have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declined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steadily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over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past</a:t>
            </a:r>
            <a:r>
              <a:rPr sz="20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three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years.</a:t>
            </a:r>
            <a:r>
              <a:rPr sz="20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Management</a:t>
            </a:r>
            <a:r>
              <a:rPr sz="20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is</a:t>
            </a:r>
            <a:r>
              <a:rPr sz="20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beginning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believe</a:t>
            </a:r>
            <a:r>
              <a:rPr sz="20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that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company’s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costing</a:t>
            </a:r>
            <a:r>
              <a:rPr sz="20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system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may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be</a:t>
            </a:r>
            <a:r>
              <a:rPr sz="20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at</a:t>
            </a:r>
            <a:r>
              <a:rPr sz="20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fault.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Unit</a:t>
            </a:r>
            <a:r>
              <a:rPr sz="20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costs</a:t>
            </a:r>
            <a:r>
              <a:rPr sz="20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for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materials</a:t>
            </a:r>
            <a:r>
              <a:rPr sz="20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labour</a:t>
            </a:r>
            <a:r>
              <a:rPr sz="20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for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two</a:t>
            </a:r>
            <a:r>
              <a:rPr sz="20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products</a:t>
            </a:r>
            <a:r>
              <a:rPr sz="20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follow:</a:t>
            </a:r>
            <a:endParaRPr sz="20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303332"/>
              </p:ext>
            </p:extLst>
          </p:nvPr>
        </p:nvGraphicFramePr>
        <p:xfrm>
          <a:off x="2638550" y="2245052"/>
          <a:ext cx="7181849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3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Indoor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Banners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Outdoor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Banners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30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Unit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Product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Cost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$66.50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$198.50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365501" y="4545710"/>
          <a:ext cx="7727949" cy="1155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Indoor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Banners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Outdoor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Banners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Direct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Materials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$26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Direct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Labour ($20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hour)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$20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$60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itle 10">
            <a:extLst>
              <a:ext uri="{FF2B5EF4-FFF2-40B4-BE49-F238E27FC236}">
                <a16:creationId xmlns:a16="http://schemas.microsoft.com/office/drawing/2014/main" id="{A7ABADCD-12A1-656F-C1C8-15ACB3DDE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199EA39-0D10-1BD7-06E6-0836A37765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Sinclair Graphic 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6766" y="908720"/>
            <a:ext cx="11179175" cy="1992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237490" indent="-457200">
              <a:lnSpc>
                <a:spcPct val="100000"/>
              </a:lnSpc>
              <a:spcBef>
                <a:spcPts val="105"/>
              </a:spcBef>
              <a:buSzPct val="80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Management</a:t>
            </a:r>
            <a:r>
              <a:rPr sz="20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estimates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that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company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will</a:t>
            </a:r>
            <a:r>
              <a:rPr sz="20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incur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$600,000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in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overhead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costs</a:t>
            </a:r>
            <a:r>
              <a:rPr sz="20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during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current</a:t>
            </a:r>
            <a:r>
              <a:rPr sz="20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year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that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10,000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indoor</a:t>
            </a:r>
            <a:r>
              <a:rPr sz="20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banners</a:t>
            </a:r>
            <a:r>
              <a:rPr sz="20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2,000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outdoor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banners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will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be</a:t>
            </a:r>
            <a:r>
              <a:rPr sz="20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produced</a:t>
            </a:r>
            <a:r>
              <a:rPr sz="20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and 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sold.</a:t>
            </a:r>
            <a:endParaRPr sz="2000" dirty="0">
              <a:latin typeface="Arial MT"/>
              <a:cs typeface="Arial MT"/>
            </a:endParaRPr>
          </a:p>
          <a:p>
            <a:pPr marL="469900" marR="5080" indent="-457200">
              <a:lnSpc>
                <a:spcPct val="100000"/>
              </a:lnSpc>
              <a:spcBef>
                <a:spcPts val="1075"/>
              </a:spcBef>
              <a:buSzPct val="80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Management</a:t>
            </a:r>
            <a:r>
              <a:rPr sz="20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is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considering</a:t>
            </a:r>
            <a:r>
              <a:rPr sz="20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using</a:t>
            </a:r>
            <a:r>
              <a:rPr sz="2000" spc="-1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ABC to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apply</a:t>
            </a:r>
            <a:r>
              <a:rPr sz="20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overhead</a:t>
            </a:r>
            <a:r>
              <a:rPr sz="20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costs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products</a:t>
            </a:r>
            <a:r>
              <a:rPr sz="20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improve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decision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making.</a:t>
            </a:r>
            <a:r>
              <a:rPr sz="2000" spc="-1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As</a:t>
            </a:r>
            <a:r>
              <a:rPr sz="20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first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step,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management</a:t>
            </a:r>
            <a:r>
              <a:rPr sz="20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has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broken</a:t>
            </a:r>
            <a:r>
              <a:rPr sz="20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down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total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overhead</a:t>
            </a:r>
            <a:r>
              <a:rPr sz="20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in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4</a:t>
            </a:r>
            <a:r>
              <a:rPr sz="20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different</a:t>
            </a:r>
            <a:r>
              <a:rPr sz="2000" spc="50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activities.</a:t>
            </a:r>
            <a:endParaRPr sz="20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472130"/>
              </p:ext>
            </p:extLst>
          </p:nvPr>
        </p:nvGraphicFramePr>
        <p:xfrm>
          <a:off x="556766" y="3429000"/>
          <a:ext cx="10871831" cy="2602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15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7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2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Activity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72819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Activity Measure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Estimated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Indoor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Outdoor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33705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Order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processing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Orders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Received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$150,000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500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500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1000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33705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Print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setup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#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Batches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$50,000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800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1000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433705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Artwork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graphic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design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Labour-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Hours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$350,000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7000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7000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14000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433705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4.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Quality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control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#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Inspections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$50,000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400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400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800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35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18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OH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$600,000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1F924323-0367-97B9-DB46-BC234C1612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Sinclair Graphic 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184" y="1095084"/>
            <a:ext cx="46037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sz="1600" spc="-25" dirty="0">
                <a:solidFill>
                  <a:srgbClr val="252525"/>
                </a:solidFill>
                <a:latin typeface="Arial MT"/>
                <a:cs typeface="Arial MT"/>
              </a:rPr>
              <a:t>1.</a:t>
            </a:r>
            <a:r>
              <a:rPr sz="1600" dirty="0">
                <a:solidFill>
                  <a:srgbClr val="252525"/>
                </a:solidFill>
                <a:latin typeface="Arial MT"/>
                <a:cs typeface="Arial MT"/>
              </a:rPr>
              <a:t>	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Calculate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POHR</a:t>
            </a:r>
            <a:r>
              <a:rPr sz="20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for</a:t>
            </a:r>
            <a:r>
              <a:rPr sz="20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Arial MT"/>
                <a:cs typeface="Arial MT"/>
              </a:rPr>
              <a:t>each</a:t>
            </a:r>
            <a:r>
              <a:rPr sz="20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Arial MT"/>
                <a:cs typeface="Arial MT"/>
              </a:rPr>
              <a:t>activity</a:t>
            </a:r>
            <a:endParaRPr sz="20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362261"/>
              </p:ext>
            </p:extLst>
          </p:nvPr>
        </p:nvGraphicFramePr>
        <p:xfrm>
          <a:off x="637184" y="2042372"/>
          <a:ext cx="10906123" cy="24164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7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1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55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Activity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Estimated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Estimated</a:t>
                      </a:r>
                      <a:r>
                        <a:rPr sz="1800" b="1" spc="-1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Activity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POHR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58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34340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Order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processing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$150,000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1000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$150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order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received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58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34340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Print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setup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$50,000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1000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$50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batch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58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34340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Artwork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graphic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design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$350,000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14000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$25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labor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hour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58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34340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4.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Quality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control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$50,000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800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$62.50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inspections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58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35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18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OH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$600,000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2674873" y="4986782"/>
            <a:ext cx="2162175" cy="424815"/>
            <a:chOff x="2674873" y="4986782"/>
            <a:chExt cx="2162175" cy="424815"/>
          </a:xfrm>
        </p:grpSpPr>
        <p:sp>
          <p:nvSpPr>
            <p:cNvPr id="6" name="object 6"/>
            <p:cNvSpPr/>
            <p:nvPr/>
          </p:nvSpPr>
          <p:spPr>
            <a:xfrm>
              <a:off x="2687573" y="4999482"/>
              <a:ext cx="2136775" cy="399415"/>
            </a:xfrm>
            <a:custGeom>
              <a:avLst/>
              <a:gdLst/>
              <a:ahLst/>
              <a:cxnLst/>
              <a:rect l="l" t="t" r="r" b="b"/>
              <a:pathLst>
                <a:path w="2136775" h="399414">
                  <a:moveTo>
                    <a:pt x="2136648" y="0"/>
                  </a:moveTo>
                  <a:lnTo>
                    <a:pt x="0" y="0"/>
                  </a:lnTo>
                  <a:lnTo>
                    <a:pt x="0" y="399288"/>
                  </a:lnTo>
                  <a:lnTo>
                    <a:pt x="2136648" y="399288"/>
                  </a:lnTo>
                  <a:lnTo>
                    <a:pt x="2136648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87573" y="4999482"/>
              <a:ext cx="2136775" cy="399415"/>
            </a:xfrm>
            <a:custGeom>
              <a:avLst/>
              <a:gdLst/>
              <a:ahLst/>
              <a:cxnLst/>
              <a:rect l="l" t="t" r="r" b="b"/>
              <a:pathLst>
                <a:path w="2136775" h="399414">
                  <a:moveTo>
                    <a:pt x="0" y="399288"/>
                  </a:moveTo>
                  <a:lnTo>
                    <a:pt x="2136648" y="399288"/>
                  </a:lnTo>
                  <a:lnTo>
                    <a:pt x="2136648" y="0"/>
                  </a:lnTo>
                  <a:lnTo>
                    <a:pt x="0" y="0"/>
                  </a:lnTo>
                  <a:lnTo>
                    <a:pt x="0" y="399288"/>
                  </a:lnTo>
                  <a:close/>
                </a:path>
              </a:pathLst>
            </a:custGeom>
            <a:ln w="25399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00273" y="5026914"/>
            <a:ext cx="21113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707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POHR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17845" y="4805248"/>
            <a:ext cx="29000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Estimated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45" dirty="0">
                <a:latin typeface="Arial MT"/>
                <a:cs typeface="Arial MT"/>
              </a:rPr>
              <a:t>Total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MOH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61684" y="5370067"/>
            <a:ext cx="2412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Estimated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Activity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19928" y="5271515"/>
            <a:ext cx="3096895" cy="0"/>
          </a:xfrm>
          <a:custGeom>
            <a:avLst/>
            <a:gdLst/>
            <a:ahLst/>
            <a:cxnLst/>
            <a:rect l="l" t="t" r="r" b="b"/>
            <a:pathLst>
              <a:path w="3096895">
                <a:moveTo>
                  <a:pt x="0" y="0"/>
                </a:moveTo>
                <a:lnTo>
                  <a:pt x="3096387" y="0"/>
                </a:lnTo>
              </a:path>
            </a:pathLst>
          </a:custGeom>
          <a:ln w="571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5B73324-4AFC-289C-7726-F8FBCD8432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Sinclair Graphic 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020" y="932041"/>
            <a:ext cx="11173460" cy="13182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25"/>
              </a:spcBef>
              <a:buSzPct val="79545"/>
              <a:buAutoNum type="arabicPeriod" startAt="2"/>
              <a:tabLst>
                <a:tab pos="469265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Using</a:t>
            </a:r>
            <a:r>
              <a:rPr sz="2200" spc="-10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10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predetermined</a:t>
            </a:r>
            <a:r>
              <a:rPr sz="22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manufacturing</a:t>
            </a:r>
            <a:r>
              <a:rPr sz="22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overhead</a:t>
            </a:r>
            <a:r>
              <a:rPr sz="22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rates:</a:t>
            </a:r>
            <a:endParaRPr sz="2200">
              <a:latin typeface="Arial MT"/>
              <a:cs typeface="Arial MT"/>
            </a:endParaRPr>
          </a:p>
          <a:p>
            <a:pPr marL="919480" marR="5080" lvl="1" indent="-457834">
              <a:lnSpc>
                <a:spcPct val="100000"/>
              </a:lnSpc>
              <a:spcBef>
                <a:spcPts val="1130"/>
              </a:spcBef>
              <a:buSzPct val="79545"/>
              <a:buAutoNum type="alphaLcParenR"/>
              <a:tabLst>
                <a:tab pos="919480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Determine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total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amount</a:t>
            </a:r>
            <a:r>
              <a:rPr sz="2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overhead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cost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that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would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be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applied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each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product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using</a:t>
            </a:r>
            <a:r>
              <a:rPr sz="22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1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ABC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system.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Determine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amount</a:t>
            </a:r>
            <a:r>
              <a:rPr sz="2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overhead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cost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per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52525"/>
                </a:solidFill>
                <a:latin typeface="Arial MT"/>
                <a:cs typeface="Arial MT"/>
              </a:rPr>
              <a:t>unit</a:t>
            </a:r>
            <a:endParaRPr sz="22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66737" y="2846577"/>
          <a:ext cx="10993753" cy="3095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1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2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Indoor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610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Outdoor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Activity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POHR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Activity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OH</a:t>
                      </a:r>
                      <a:r>
                        <a:rPr sz="1800" spc="-10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Applied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Activity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OH</a:t>
                      </a:r>
                      <a:r>
                        <a:rPr sz="1800" spc="-10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Applied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34340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Order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processing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$150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order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received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500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$75,000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500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375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$75,000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34340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Print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setup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$50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batch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800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$40,000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375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$10,000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434340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Artwork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graphic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design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$25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labor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hour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7000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$175,000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7000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$175,000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434340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4.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Quality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control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$62.50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inspections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400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$25,000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400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375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$25,000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35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18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OH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$315,000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$285,000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Cost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Unit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$31.50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2,000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375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$142.50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E2C51BD-6B94-21D3-14D7-BB846CD861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Sinclair Graphic 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0123" y="1438807"/>
            <a:ext cx="7422515" cy="98298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  <a:tabLst>
                <a:tab pos="469265" algn="l"/>
              </a:tabLst>
            </a:pPr>
            <a:r>
              <a:rPr sz="1750" spc="-25" dirty="0">
                <a:solidFill>
                  <a:srgbClr val="252525"/>
                </a:solidFill>
                <a:latin typeface="Arial MT"/>
                <a:cs typeface="Arial MT"/>
              </a:rPr>
              <a:t>2.</a:t>
            </a:r>
            <a:r>
              <a:rPr sz="1750" dirty="0">
                <a:solidFill>
                  <a:srgbClr val="252525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Using</a:t>
            </a:r>
            <a:r>
              <a:rPr sz="2200" spc="-10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10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predetermined</a:t>
            </a:r>
            <a:r>
              <a:rPr sz="22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manufacturing</a:t>
            </a:r>
            <a:r>
              <a:rPr sz="22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overhead</a:t>
            </a:r>
            <a:r>
              <a:rPr sz="22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rates:</a:t>
            </a:r>
            <a:endParaRPr sz="2200">
              <a:latin typeface="Arial MT"/>
              <a:cs typeface="Arial MT"/>
            </a:endParaRPr>
          </a:p>
          <a:p>
            <a:pPr marL="462280">
              <a:lnSpc>
                <a:spcPct val="100000"/>
              </a:lnSpc>
              <a:spcBef>
                <a:spcPts val="1130"/>
              </a:spcBef>
              <a:tabLst>
                <a:tab pos="919480" algn="l"/>
              </a:tabLst>
            </a:pPr>
            <a:r>
              <a:rPr sz="1750" spc="-25" dirty="0">
                <a:solidFill>
                  <a:srgbClr val="252525"/>
                </a:solidFill>
                <a:latin typeface="Arial MT"/>
                <a:cs typeface="Arial MT"/>
              </a:rPr>
              <a:t>b)</a:t>
            </a:r>
            <a:r>
              <a:rPr sz="1750" dirty="0">
                <a:solidFill>
                  <a:srgbClr val="252525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Compute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unit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product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cost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each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product.</a:t>
            </a:r>
            <a:endParaRPr sz="22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57145" y="2648457"/>
          <a:ext cx="8540749" cy="1939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0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3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Indoor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Banners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Outdoor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Banners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Direct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Materials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$26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Direct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Labour ($20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hour)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$20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$60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OH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$31.50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959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$142.50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Total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$60.50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959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$228.50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51384" y="836712"/>
            <a:ext cx="1119886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tabLst>
                <a:tab pos="469265" algn="l"/>
                <a:tab pos="4357370" algn="l"/>
                <a:tab pos="5992495" algn="l"/>
              </a:tabLst>
            </a:pPr>
            <a:r>
              <a:rPr sz="1750" spc="-25" dirty="0">
                <a:solidFill>
                  <a:srgbClr val="252525"/>
                </a:solidFill>
                <a:latin typeface="Arial MT"/>
                <a:cs typeface="Arial MT"/>
              </a:rPr>
              <a:t>3.</a:t>
            </a:r>
            <a:r>
              <a:rPr sz="1750" dirty="0">
                <a:solidFill>
                  <a:srgbClr val="252525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Based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on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your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computation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in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part</a:t>
            </a:r>
            <a:r>
              <a:rPr sz="2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1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&amp;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2,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what</a:t>
            </a:r>
            <a:r>
              <a:rPr sz="2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factors</a:t>
            </a:r>
            <a:r>
              <a:rPr sz="2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make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outdoor</a:t>
            </a:r>
            <a:r>
              <a:rPr sz="2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banners</a:t>
            </a:r>
            <a:r>
              <a:rPr sz="2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52525"/>
                </a:solidFill>
                <a:latin typeface="Arial MT"/>
                <a:cs typeface="Arial MT"/>
              </a:rPr>
              <a:t>more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costly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produce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than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indoor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banners?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	Are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outdoor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banners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as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profitable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52525"/>
                </a:solidFill>
                <a:latin typeface="Arial MT"/>
                <a:cs typeface="Arial MT"/>
              </a:rPr>
              <a:t>as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company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thinks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they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52525"/>
                </a:solidFill>
                <a:latin typeface="Arial MT"/>
                <a:cs typeface="Arial MT"/>
              </a:rPr>
              <a:t>are?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	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Explain.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9416" y="2173917"/>
            <a:ext cx="11113135" cy="42227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Thoughts?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38F1BE0D-35EA-9BE1-55DF-5CF567D3D5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Sinclair Graphic Design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8089C5-84B3-6EED-6C25-628B0C986EAE}"/>
              </a:ext>
            </a:extLst>
          </p:cNvPr>
          <p:cNvSpPr txBox="1"/>
          <p:nvPr/>
        </p:nvSpPr>
        <p:spPr>
          <a:xfrm>
            <a:off x="815513" y="2902157"/>
            <a:ext cx="11113135" cy="340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1851660" indent="-457200">
              <a:lnSpc>
                <a:spcPct val="100000"/>
              </a:lnSpc>
              <a:spcBef>
                <a:spcPts val="105"/>
              </a:spcBef>
              <a:buSzPct val="80000"/>
              <a:buChar char="•"/>
              <a:tabLst>
                <a:tab pos="469900" algn="l"/>
              </a:tabLst>
            </a:pPr>
            <a:r>
              <a:rPr lang="en-CA" sz="2200" dirty="0">
                <a:solidFill>
                  <a:srgbClr val="252525"/>
                </a:solidFill>
                <a:latin typeface="Arial MT"/>
              </a:rPr>
              <a:t>The outdoor banners demand a level of activity resources in several key areas that is disproportionate to the number of units produced</a:t>
            </a:r>
          </a:p>
          <a:p>
            <a:pPr marL="918844" lvl="1" indent="-456565">
              <a:lnSpc>
                <a:spcPct val="100000"/>
              </a:lnSpc>
              <a:spcBef>
                <a:spcPts val="1040"/>
              </a:spcBef>
              <a:buSzPct val="80555"/>
              <a:buChar char="•"/>
              <a:tabLst>
                <a:tab pos="918844" algn="l"/>
              </a:tabLst>
            </a:pPr>
            <a:r>
              <a:rPr lang="en-CA" sz="2200" dirty="0">
                <a:solidFill>
                  <a:srgbClr val="252525"/>
                </a:solidFill>
                <a:latin typeface="Arial MT"/>
              </a:rPr>
              <a:t>Look at Total Production</a:t>
            </a:r>
          </a:p>
          <a:p>
            <a:pPr marL="469900" marR="149225" indent="-457200">
              <a:lnSpc>
                <a:spcPct val="100000"/>
              </a:lnSpc>
              <a:spcBef>
                <a:spcPts val="1070"/>
              </a:spcBef>
              <a:buSzPct val="80000"/>
              <a:buChar char="•"/>
              <a:tabLst>
                <a:tab pos="469900" algn="l"/>
              </a:tabLst>
            </a:pPr>
            <a:r>
              <a:rPr lang="en-CA" sz="2200" dirty="0">
                <a:solidFill>
                  <a:srgbClr val="252525"/>
                </a:solidFill>
                <a:latin typeface="Arial MT"/>
              </a:rPr>
              <a:t>If management is using the product costs to set prices, they may be under-pricing the outdoor banners since the traditional costing system shows total unit costs of $198.50 compared to</a:t>
            </a:r>
          </a:p>
          <a:p>
            <a:pPr marL="469900" marR="5080">
              <a:lnSpc>
                <a:spcPct val="100000"/>
              </a:lnSpc>
            </a:pPr>
            <a:r>
              <a:rPr lang="en-CA" sz="2200" dirty="0">
                <a:solidFill>
                  <a:srgbClr val="252525"/>
                </a:solidFill>
                <a:latin typeface="Arial MT"/>
              </a:rPr>
              <a:t>$228.50 under activity-based costing. Conversely, they may be over-pricing the indoor banners leading to lower unit sales if their competitors are basing selling-prices on more accurate product costs.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BDECC1E-8949-0ACB-205D-0C8868F44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What is the Difference???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288" y="1052736"/>
            <a:ext cx="11055985" cy="4497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4478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Three</a:t>
            </a:r>
            <a:r>
              <a:rPr sz="2400" spc="-114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reasons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why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reported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product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margins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for</a:t>
            </a:r>
            <a:r>
              <a:rPr sz="2400" spc="-1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ABC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vs.</a:t>
            </a:r>
            <a:r>
              <a:rPr sz="2400" spc="-1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Absorption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systems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differ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from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one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another</a:t>
            </a:r>
            <a:endParaRPr sz="2400" dirty="0">
              <a:latin typeface="Arial MT"/>
              <a:cs typeface="Arial MT"/>
            </a:endParaRPr>
          </a:p>
          <a:p>
            <a:pPr marL="919480" marR="78105" lvl="1" indent="-457834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919480" algn="l"/>
                <a:tab pos="992505" algn="l"/>
                <a:tab pos="6792595" algn="l"/>
                <a:tab pos="9758680" algn="l"/>
              </a:tabLst>
            </a:pPr>
            <a:r>
              <a:rPr sz="1750" dirty="0">
                <a:solidFill>
                  <a:srgbClr val="252525"/>
                </a:solidFill>
                <a:latin typeface="Arial MT"/>
                <a:cs typeface="Arial MT"/>
              </a:rPr>
              <a:t>	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Traditional</a:t>
            </a:r>
            <a:r>
              <a:rPr sz="22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costing</a:t>
            </a:r>
            <a:r>
              <a:rPr sz="22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allocates</a:t>
            </a:r>
            <a:r>
              <a:rPr sz="22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all</a:t>
            </a:r>
            <a:r>
              <a:rPr sz="22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manufacturing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	overhead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products.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ABC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costing</a:t>
            </a:r>
            <a:r>
              <a:rPr sz="2400" spc="-9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only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assigns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manufacturing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overhead</a:t>
            </a:r>
            <a:r>
              <a:rPr sz="2400" spc="-9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costs</a:t>
            </a:r>
            <a:r>
              <a:rPr sz="2400" spc="-9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consumed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by</a:t>
            </a:r>
            <a:r>
              <a:rPr sz="2400" spc="-10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products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those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products</a:t>
            </a:r>
            <a:endParaRPr sz="2400" dirty="0">
              <a:latin typeface="Arial MT"/>
              <a:cs typeface="Arial MT"/>
            </a:endParaRPr>
          </a:p>
          <a:p>
            <a:pPr marL="919480" marR="5080" lvl="1" indent="-457834">
              <a:lnSpc>
                <a:spcPct val="100000"/>
              </a:lnSpc>
              <a:spcBef>
                <a:spcPts val="1180"/>
              </a:spcBef>
              <a:buSzPct val="79166"/>
              <a:buAutoNum type="arabicPeriod"/>
              <a:tabLst>
                <a:tab pos="919480" algn="l"/>
                <a:tab pos="5293360" algn="l"/>
              </a:tabLst>
            </a:pP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Traditional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costing</a:t>
            </a:r>
            <a:r>
              <a:rPr sz="2400" spc="-9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allocates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all</a:t>
            </a:r>
            <a:r>
              <a:rPr sz="2400" spc="-9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manufacturing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overhead</a:t>
            </a:r>
            <a:r>
              <a:rPr sz="2400" spc="-10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costs</a:t>
            </a:r>
            <a:r>
              <a:rPr sz="2400" spc="-9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using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a 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volume-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related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allocation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base.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	ABC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costing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also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uses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non-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volume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related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allocation</a:t>
            </a:r>
            <a:r>
              <a:rPr sz="2400" spc="-1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bases</a:t>
            </a:r>
            <a:endParaRPr sz="2400" dirty="0">
              <a:latin typeface="Arial MT"/>
              <a:cs typeface="Arial MT"/>
            </a:endParaRPr>
          </a:p>
          <a:p>
            <a:pPr marL="919480" marR="18415" lvl="1" indent="-457834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919480" algn="l"/>
              </a:tabLst>
            </a:pP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Traditional</a:t>
            </a:r>
            <a:r>
              <a:rPr sz="2400" spc="-10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costing</a:t>
            </a:r>
            <a:r>
              <a:rPr sz="2400" spc="-114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disregards</a:t>
            </a:r>
            <a:r>
              <a:rPr sz="2400" spc="-1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selling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400" spc="-114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administrative</a:t>
            </a:r>
            <a:r>
              <a:rPr sz="2400" spc="-10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expenses</a:t>
            </a:r>
            <a:r>
              <a:rPr sz="2400" spc="-10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because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they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are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assumed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be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period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expenses.</a:t>
            </a:r>
            <a:r>
              <a:rPr sz="2400" spc="-1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ABC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costing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directly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traces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shipping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costs</a:t>
            </a:r>
            <a:r>
              <a:rPr sz="2400" spc="-9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400" spc="-9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products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includes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Arial MT"/>
                <a:cs typeface="Arial MT"/>
              </a:rPr>
              <a:t>non-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manufacturing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overhead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costs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F989-30C7-9B2C-9B7C-A362216B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DDB6ED7E-48FF-4DDA-BE32-1075D94F5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351" y="116629"/>
            <a:ext cx="9601067" cy="506016"/>
          </a:xfrm>
        </p:spPr>
        <p:txBody>
          <a:bodyPr/>
          <a:lstStyle/>
          <a:p>
            <a:r>
              <a:rPr lang="en-CA" dirty="0"/>
              <a:t>Any Questions?</a:t>
            </a:r>
            <a:endParaRPr lang="en-US" sz="1800" dirty="0"/>
          </a:p>
          <a:p>
            <a:endParaRPr lang="en-CA" dirty="0"/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70E3F86C-C2BA-7728-C49B-7B059BF0EA1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94917252"/>
      </p:ext>
    </p:extLst>
  </p:cSld>
  <p:clrMapOvr>
    <a:masterClrMapping/>
  </p:clrMapOvr>
</p:sld>
</file>

<file path=ppt/theme/theme1.xml><?xml version="1.0" encoding="utf-8"?>
<a:theme xmlns:a="http://schemas.openxmlformats.org/drawingml/2006/main" name="Rotman Pi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otman Cy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otman Dark Te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otman 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Rotman Oran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Rotman Gre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Rotman Go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C29625CE8F2445A33C4944AD902EE6" ma:contentTypeVersion="18" ma:contentTypeDescription="Create a new document." ma:contentTypeScope="" ma:versionID="2ba906667caed82590a3b6d7b3da7513">
  <xsd:schema xmlns:xsd="http://www.w3.org/2001/XMLSchema" xmlns:xs="http://www.w3.org/2001/XMLSchema" xmlns:p="http://schemas.microsoft.com/office/2006/metadata/properties" xmlns:ns3="c18c8954-ab2f-4275-a5d7-b9aa33856ba2" xmlns:ns4="7e677d30-5ff7-4313-a396-6d249a69ab27" targetNamespace="http://schemas.microsoft.com/office/2006/metadata/properties" ma:root="true" ma:fieldsID="85ab7bee49a667cd25923cf2338d3e94" ns3:_="" ns4:_="">
    <xsd:import namespace="c18c8954-ab2f-4275-a5d7-b9aa33856ba2"/>
    <xsd:import namespace="7e677d30-5ff7-4313-a396-6d249a69ab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8c8954-ab2f-4275-a5d7-b9aa33856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677d30-5ff7-4313-a396-6d249a69ab2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8c8954-ab2f-4275-a5d7-b9aa33856ba2" xsi:nil="true"/>
  </documentManagement>
</p:properties>
</file>

<file path=customXml/itemProps1.xml><?xml version="1.0" encoding="utf-8"?>
<ds:datastoreItem xmlns:ds="http://schemas.openxmlformats.org/officeDocument/2006/customXml" ds:itemID="{23AC9AE6-CD88-486C-8B5C-3155BF730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8c8954-ab2f-4275-a5d7-b9aa33856ba2"/>
    <ds:schemaRef ds:uri="7e677d30-5ff7-4313-a396-6d249a69ab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CF0919-26FB-4AF4-98AE-101D7BAB38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103E23-3D7C-4E39-9DD5-75683B020A9E}">
  <ds:schemaRefs>
    <ds:schemaRef ds:uri="http://purl.org/dc/dcmitype/"/>
    <ds:schemaRef ds:uri="http://purl.org/dc/elements/1.1/"/>
    <ds:schemaRef ds:uri="http://www.w3.org/XML/1998/namespace"/>
    <ds:schemaRef ds:uri="c18c8954-ab2f-4275-a5d7-b9aa33856ba2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e677d30-5ff7-4313-a396-6d249a69ab27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10874</TotalTime>
  <Words>908</Words>
  <Application>Microsoft Office PowerPoint</Application>
  <PresentationFormat>Widescreen</PresentationFormat>
  <Paragraphs>166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Calibri</vt:lpstr>
      <vt:lpstr>Arial</vt:lpstr>
      <vt:lpstr>Arial MT</vt:lpstr>
      <vt:lpstr>Times New Roman</vt:lpstr>
      <vt:lpstr>Rotman Pink</vt:lpstr>
      <vt:lpstr>Rotman Cyan</vt:lpstr>
      <vt:lpstr>Rotman Dark Teal</vt:lpstr>
      <vt:lpstr>Rotman Blue</vt:lpstr>
      <vt:lpstr>Rotman Orange</vt:lpstr>
      <vt:lpstr>Rotman Grey</vt:lpstr>
      <vt:lpstr>Rotman Gold</vt:lpstr>
      <vt:lpstr>    RSM222 Management Accounting 1  Class 5: In Class Exercise – ABC Costing</vt:lpstr>
      <vt:lpstr>IN CLASS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Graham Huber</dc:creator>
  <cp:lastModifiedBy>Elisa Zuliani</cp:lastModifiedBy>
  <cp:revision>190</cp:revision>
  <cp:lastPrinted>2025-09-15T17:49:51Z</cp:lastPrinted>
  <dcterms:created xsi:type="dcterms:W3CDTF">2013-07-26T14:57:40Z</dcterms:created>
  <dcterms:modified xsi:type="dcterms:W3CDTF">2025-09-16T02:50:29Z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0x01010089C29625CE8F2445A33C4944AD902EE6</vt:lpwstr>
  </property>
</Properties>
</file>