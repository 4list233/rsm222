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30"/>
  </p:notesMasterIdLst>
  <p:sldIdLst>
    <p:sldId id="256" r:id="rId11"/>
    <p:sldId id="357" r:id="rId12"/>
    <p:sldId id="352" r:id="rId13"/>
    <p:sldId id="261" r:id="rId14"/>
    <p:sldId id="727" r:id="rId15"/>
    <p:sldId id="728" r:id="rId16"/>
    <p:sldId id="262" r:id="rId17"/>
    <p:sldId id="716" r:id="rId18"/>
    <p:sldId id="717" r:id="rId19"/>
    <p:sldId id="718" r:id="rId20"/>
    <p:sldId id="725" r:id="rId21"/>
    <p:sldId id="724" r:id="rId22"/>
    <p:sldId id="719" r:id="rId23"/>
    <p:sldId id="723" r:id="rId24"/>
    <p:sldId id="726" r:id="rId25"/>
    <p:sldId id="720" r:id="rId26"/>
    <p:sldId id="721" r:id="rId27"/>
    <p:sldId id="722" r:id="rId28"/>
    <p:sldId id="706" r:id="rId29"/>
  </p:sldIdLst>
  <p:sldSz cx="12192000" cy="6858000"/>
  <p:notesSz cx="6985000" cy="9283700"/>
  <p:embeddedFontLs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D082F-EE7C-4396-90B3-FFDE154D623F}" v="28" dt="2025-09-13T14:04:10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89" autoAdjust="0"/>
    <p:restoredTop sz="50000" autoAdjust="0"/>
  </p:normalViewPr>
  <p:slideViewPr>
    <p:cSldViewPr>
      <p:cViewPr varScale="1">
        <p:scale>
          <a:sx n="103" d="100"/>
          <a:sy n="103" d="100"/>
        </p:scale>
        <p:origin x="68" y="64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Zuliani" userId="5d8035ea-da0f-4081-bdcf-3fa4d66daaa7" providerId="ADAL" clId="{4722C113-FF9D-495D-9E47-6ECF48CC02B8}"/>
    <pc:docChg chg="undo custSel addSld delSld modSld sldOrd">
      <pc:chgData name="Elisa Zuliani" userId="5d8035ea-da0f-4081-bdcf-3fa4d66daaa7" providerId="ADAL" clId="{4722C113-FF9D-495D-9E47-6ECF48CC02B8}" dt="2025-09-13T14:04:10.280" v="631"/>
      <pc:docMkLst>
        <pc:docMk/>
      </pc:docMkLst>
      <pc:sldChg chg="modSp mod">
        <pc:chgData name="Elisa Zuliani" userId="5d8035ea-da0f-4081-bdcf-3fa4d66daaa7" providerId="ADAL" clId="{4722C113-FF9D-495D-9E47-6ECF48CC02B8}" dt="2025-09-13T12:30:18.309" v="17" actId="20577"/>
        <pc:sldMkLst>
          <pc:docMk/>
          <pc:sldMk cId="3869622953" sldId="256"/>
        </pc:sldMkLst>
        <pc:spChg chg="mod">
          <ac:chgData name="Elisa Zuliani" userId="5d8035ea-da0f-4081-bdcf-3fa4d66daaa7" providerId="ADAL" clId="{4722C113-FF9D-495D-9E47-6ECF48CC02B8}" dt="2025-09-13T12:30:18.309" v="17" actId="20577"/>
          <ac:spMkLst>
            <pc:docMk/>
            <pc:sldMk cId="3869622953" sldId="256"/>
            <ac:spMk id="2" creationId="{00000000-0000-0000-0000-000000000000}"/>
          </ac:spMkLst>
        </pc:spChg>
      </pc:sldChg>
      <pc:sldChg chg="modSp del mod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58"/>
        </pc:sldMkLst>
        <pc:spChg chg="mod">
          <ac:chgData name="Elisa Zuliani" userId="5d8035ea-da0f-4081-bdcf-3fa4d66daaa7" providerId="ADAL" clId="{4722C113-FF9D-495D-9E47-6ECF48CC02B8}" dt="2025-09-13T12:30:27.792" v="18" actId="1076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12:35:55.159" v="110" actId="1582"/>
        <pc:sldMkLst>
          <pc:docMk/>
          <pc:sldMk cId="0" sldId="261"/>
        </pc:sldMkLst>
        <pc:spChg chg="del mod ord">
          <ac:chgData name="Elisa Zuliani" userId="5d8035ea-da0f-4081-bdcf-3fa4d66daaa7" providerId="ADAL" clId="{4722C113-FF9D-495D-9E47-6ECF48CC02B8}" dt="2025-09-13T12:32:02.528" v="71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4:33.577" v="99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5:34.008" v="109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2:35.595" v="76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5:29.377" v="10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5:22.377" v="107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5:12.556" v="105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5:55.159" v="110" actId="1582"/>
          <ac:spMkLst>
            <pc:docMk/>
            <pc:sldMk cId="0" sldId="261"/>
            <ac:spMk id="2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4:55.529" v="102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4:51.607" v="101" actId="1076"/>
          <ac:spMkLst>
            <pc:docMk/>
            <pc:sldMk cId="0" sldId="261"/>
            <ac:spMk id="26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261"/>
            <ac:spMk id="28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31:53.072" v="69" actId="20577"/>
          <ac:spMkLst>
            <pc:docMk/>
            <pc:sldMk cId="0" sldId="261"/>
            <ac:spMk id="29" creationId="{DD1EC881-837D-101A-9F59-754AFFF4C6C0}"/>
          </ac:spMkLst>
        </pc:spChg>
        <pc:spChg chg="add del mod ord">
          <ac:chgData name="Elisa Zuliani" userId="5d8035ea-da0f-4081-bdcf-3fa4d66daaa7" providerId="ADAL" clId="{4722C113-FF9D-495D-9E47-6ECF48CC02B8}" dt="2025-09-13T12:31:56.891" v="70" actId="478"/>
          <ac:spMkLst>
            <pc:docMk/>
            <pc:sldMk cId="0" sldId="261"/>
            <ac:spMk id="30" creationId="{121C4D8C-6625-B8F4-1E91-10309F8C354E}"/>
          </ac:spMkLst>
        </pc:spChg>
        <pc:spChg chg="add del mod">
          <ac:chgData name="Elisa Zuliani" userId="5d8035ea-da0f-4081-bdcf-3fa4d66daaa7" providerId="ADAL" clId="{4722C113-FF9D-495D-9E47-6ECF48CC02B8}" dt="2025-09-13T12:32:11.379" v="72" actId="478"/>
          <ac:spMkLst>
            <pc:docMk/>
            <pc:sldMk cId="0" sldId="261"/>
            <ac:spMk id="32" creationId="{401FC47E-3C85-BF7C-5425-77F3B884461D}"/>
          </ac:spMkLst>
        </pc:spChg>
        <pc:grpChg chg="mod">
          <ac:chgData name="Elisa Zuliani" userId="5d8035ea-da0f-4081-bdcf-3fa4d66daaa7" providerId="ADAL" clId="{4722C113-FF9D-495D-9E47-6ECF48CC02B8}" dt="2025-09-13T12:35:17.480" v="106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Sp delSp modSp add mod modClrScheme chgLayout">
        <pc:chgData name="Elisa Zuliani" userId="5d8035ea-da0f-4081-bdcf-3fa4d66daaa7" providerId="ADAL" clId="{4722C113-FF9D-495D-9E47-6ECF48CC02B8}" dt="2025-09-13T12:37:07.438" v="180" actId="1076"/>
        <pc:sldMkLst>
          <pc:docMk/>
          <pc:sldMk cId="0" sldId="262"/>
        </pc:sldMkLst>
        <pc:spChg chg="del mod ord">
          <ac:chgData name="Elisa Zuliani" userId="5d8035ea-da0f-4081-bdcf-3fa4d66daaa7" providerId="ADAL" clId="{4722C113-FF9D-495D-9E47-6ECF48CC02B8}" dt="2025-09-13T12:36:36.942" v="17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6:52.662" v="176" actId="208"/>
          <ac:spMkLst>
            <pc:docMk/>
            <pc:sldMk cId="0" sldId="262"/>
            <ac:spMk id="4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6:59.052" v="177" actId="1076"/>
          <ac:spMkLst>
            <pc:docMk/>
            <pc:sldMk cId="0" sldId="262"/>
            <ac:spMk id="8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262"/>
            <ac:spMk id="9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36:29.020" v="171" actId="20577"/>
          <ac:spMkLst>
            <pc:docMk/>
            <pc:sldMk cId="0" sldId="262"/>
            <ac:spMk id="10" creationId="{4595052E-DBE0-26B7-F8D4-09CA99FC12CB}"/>
          </ac:spMkLst>
        </pc:spChg>
        <pc:spChg chg="add del mod ord">
          <ac:chgData name="Elisa Zuliani" userId="5d8035ea-da0f-4081-bdcf-3fa4d66daaa7" providerId="ADAL" clId="{4722C113-FF9D-495D-9E47-6ECF48CC02B8}" dt="2025-09-13T12:36:32.584" v="172" actId="478"/>
          <ac:spMkLst>
            <pc:docMk/>
            <pc:sldMk cId="0" sldId="262"/>
            <ac:spMk id="11" creationId="{1A2F0E38-7E39-7B98-22AE-1BCDE1564BBE}"/>
          </ac:spMkLst>
        </pc:spChg>
        <pc:spChg chg="add del mod">
          <ac:chgData name="Elisa Zuliani" userId="5d8035ea-da0f-4081-bdcf-3fa4d66daaa7" providerId="ADAL" clId="{4722C113-FF9D-495D-9E47-6ECF48CC02B8}" dt="2025-09-13T12:36:40.698" v="174" actId="478"/>
          <ac:spMkLst>
            <pc:docMk/>
            <pc:sldMk cId="0" sldId="262"/>
            <ac:spMk id="13" creationId="{A242E380-8E18-1208-5176-AFC45A2C64F5}"/>
          </ac:spMkLst>
        </pc:spChg>
        <pc:picChg chg="mod">
          <ac:chgData name="Elisa Zuliani" userId="5d8035ea-da0f-4081-bdcf-3fa4d66daaa7" providerId="ADAL" clId="{4722C113-FF9D-495D-9E47-6ECF48CC02B8}" dt="2025-09-13T12:37:04.858" v="179" actId="1076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Elisa Zuliani" userId="5d8035ea-da0f-4081-bdcf-3fa4d66daaa7" providerId="ADAL" clId="{4722C113-FF9D-495D-9E47-6ECF48CC02B8}" dt="2025-09-13T12:37:07.438" v="180" actId="1076"/>
          <ac:picMkLst>
            <pc:docMk/>
            <pc:sldMk cId="0" sldId="262"/>
            <ac:picMk id="6" creationId="{00000000-0000-0000-0000-000000000000}"/>
          </ac:picMkLst>
        </pc:picChg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3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4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5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6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7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8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69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0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1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2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3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4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5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276"/>
        </pc:sldMkLst>
      </pc:sldChg>
      <pc:sldChg chg="modSp mod">
        <pc:chgData name="Elisa Zuliani" userId="5d8035ea-da0f-4081-bdcf-3fa4d66daaa7" providerId="ADAL" clId="{4722C113-FF9D-495D-9E47-6ECF48CC02B8}" dt="2025-09-13T12:31:07.737" v="33" actId="20577"/>
        <pc:sldMkLst>
          <pc:docMk/>
          <pc:sldMk cId="586722182" sldId="352"/>
        </pc:sldMkLst>
        <pc:spChg chg="mod">
          <ac:chgData name="Elisa Zuliani" userId="5d8035ea-da0f-4081-bdcf-3fa4d66daaa7" providerId="ADAL" clId="{4722C113-FF9D-495D-9E47-6ECF48CC02B8}" dt="2025-09-13T12:31:07.737" v="33" actId="20577"/>
          <ac:spMkLst>
            <pc:docMk/>
            <pc:sldMk cId="586722182" sldId="352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1:01.562" v="23" actId="20577"/>
          <ac:spMkLst>
            <pc:docMk/>
            <pc:sldMk cId="586722182" sldId="352"/>
            <ac:spMk id="19" creationId="{00000000-0000-0000-0000-000000000000}"/>
          </ac:spMkLst>
        </pc:spChg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354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355"/>
        </pc:sldMkLst>
      </pc:sldChg>
      <pc:sldChg chg="modSp mod">
        <pc:chgData name="Elisa Zuliani" userId="5d8035ea-da0f-4081-bdcf-3fa4d66daaa7" providerId="ADAL" clId="{4722C113-FF9D-495D-9E47-6ECF48CC02B8}" dt="2025-09-13T12:30:45.151" v="21" actId="5793"/>
        <pc:sldMkLst>
          <pc:docMk/>
          <pc:sldMk cId="0" sldId="357"/>
        </pc:sldMkLst>
        <pc:spChg chg="mod">
          <ac:chgData name="Elisa Zuliani" userId="5d8035ea-da0f-4081-bdcf-3fa4d66daaa7" providerId="ADAL" clId="{4722C113-FF9D-495D-9E47-6ECF48CC02B8}" dt="2025-09-13T12:30:45.151" v="21" actId="5793"/>
          <ac:spMkLst>
            <pc:docMk/>
            <pc:sldMk cId="0" sldId="357"/>
            <ac:spMk id="3" creationId="{AB057A81-398D-62BB-AE29-506724B935F9}"/>
          </ac:spMkLst>
        </pc:spChg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358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359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708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709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710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3420238617" sldId="711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0" sldId="712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2623989394" sldId="713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2323132551" sldId="714"/>
        </pc:sldMkLst>
      </pc:sldChg>
      <pc:sldChg chg="del">
        <pc:chgData name="Elisa Zuliani" userId="5d8035ea-da0f-4081-bdcf-3fa4d66daaa7" providerId="ADAL" clId="{4722C113-FF9D-495D-9E47-6ECF48CC02B8}" dt="2025-09-13T12:55:19.379" v="488" actId="47"/>
        <pc:sldMkLst>
          <pc:docMk/>
          <pc:sldMk cId="2430226569" sldId="715"/>
        </pc:sldMkLst>
      </pc:sldChg>
      <pc:sldChg chg="addSp delSp modSp add mod modClrScheme chgLayout">
        <pc:chgData name="Elisa Zuliani" userId="5d8035ea-da0f-4081-bdcf-3fa4d66daaa7" providerId="ADAL" clId="{4722C113-FF9D-495D-9E47-6ECF48CC02B8}" dt="2025-09-13T12:38:06.165" v="220" actId="14100"/>
        <pc:sldMkLst>
          <pc:docMk/>
          <pc:sldMk cId="0" sldId="716"/>
        </pc:sldMkLst>
        <pc:spChg chg="del mod ord">
          <ac:chgData name="Elisa Zuliani" userId="5d8035ea-da0f-4081-bdcf-3fa4d66daaa7" providerId="ADAL" clId="{4722C113-FF9D-495D-9E47-6ECF48CC02B8}" dt="2025-09-13T12:37:39.056" v="213" actId="478"/>
          <ac:spMkLst>
            <pc:docMk/>
            <pc:sldMk cId="0" sldId="716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7:48.454" v="215" actId="1076"/>
          <ac:spMkLst>
            <pc:docMk/>
            <pc:sldMk cId="0" sldId="716"/>
            <ac:spMk id="4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16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37:29.296" v="211" actId="20577"/>
          <ac:spMkLst>
            <pc:docMk/>
            <pc:sldMk cId="0" sldId="716"/>
            <ac:spMk id="6" creationId="{B57198AB-E84E-F6E7-2A34-5D4AB554B678}"/>
          </ac:spMkLst>
        </pc:spChg>
        <pc:spChg chg="add del mod ord">
          <ac:chgData name="Elisa Zuliani" userId="5d8035ea-da0f-4081-bdcf-3fa4d66daaa7" providerId="ADAL" clId="{4722C113-FF9D-495D-9E47-6ECF48CC02B8}" dt="2025-09-13T12:37:35.058" v="212" actId="478"/>
          <ac:spMkLst>
            <pc:docMk/>
            <pc:sldMk cId="0" sldId="716"/>
            <ac:spMk id="7" creationId="{99E038DF-4B43-70E4-531B-A8AE2BF8BFA4}"/>
          </ac:spMkLst>
        </pc:spChg>
        <pc:spChg chg="add del mod">
          <ac:chgData name="Elisa Zuliani" userId="5d8035ea-da0f-4081-bdcf-3fa4d66daaa7" providerId="ADAL" clId="{4722C113-FF9D-495D-9E47-6ECF48CC02B8}" dt="2025-09-13T12:37:42.111" v="214" actId="478"/>
          <ac:spMkLst>
            <pc:docMk/>
            <pc:sldMk cId="0" sldId="716"/>
            <ac:spMk id="9" creationId="{DD62FA42-CD40-A9BE-57A8-92AE0CAA57E2}"/>
          </ac:spMkLst>
        </pc:spChg>
        <pc:picChg chg="mod">
          <ac:chgData name="Elisa Zuliani" userId="5d8035ea-da0f-4081-bdcf-3fa4d66daaa7" providerId="ADAL" clId="{4722C113-FF9D-495D-9E47-6ECF48CC02B8}" dt="2025-09-13T12:38:06.165" v="220" actId="14100"/>
          <ac:picMkLst>
            <pc:docMk/>
            <pc:sldMk cId="0" sldId="716"/>
            <ac:picMk id="3" creationId="{00000000-0000-0000-0000-000000000000}"/>
          </ac:picMkLst>
        </pc:picChg>
      </pc:sldChg>
      <pc:sldChg chg="addSp delSp modSp add mod modClrScheme chgLayout">
        <pc:chgData name="Elisa Zuliani" userId="5d8035ea-da0f-4081-bdcf-3fa4d66daaa7" providerId="ADAL" clId="{4722C113-FF9D-495D-9E47-6ECF48CC02B8}" dt="2025-09-13T12:38:48.670" v="255" actId="478"/>
        <pc:sldMkLst>
          <pc:docMk/>
          <pc:sldMk cId="0" sldId="717"/>
        </pc:sldMkLst>
        <pc:spChg chg="del mod ord">
          <ac:chgData name="Elisa Zuliani" userId="5d8035ea-da0f-4081-bdcf-3fa4d66daaa7" providerId="ADAL" clId="{4722C113-FF9D-495D-9E47-6ECF48CC02B8}" dt="2025-09-13T12:38:44.508" v="254" actId="478"/>
          <ac:spMkLst>
            <pc:docMk/>
            <pc:sldMk cId="0" sldId="717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8:37.150" v="252" actId="1076"/>
          <ac:spMkLst>
            <pc:docMk/>
            <pc:sldMk cId="0" sldId="717"/>
            <ac:spMk id="3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17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38:28.505" v="250" actId="20577"/>
          <ac:spMkLst>
            <pc:docMk/>
            <pc:sldMk cId="0" sldId="717"/>
            <ac:spMk id="6" creationId="{4DAAE348-181E-FDF0-5247-1C2D6CCAC28D}"/>
          </ac:spMkLst>
        </pc:spChg>
        <pc:spChg chg="add del mod ord">
          <ac:chgData name="Elisa Zuliani" userId="5d8035ea-da0f-4081-bdcf-3fa4d66daaa7" providerId="ADAL" clId="{4722C113-FF9D-495D-9E47-6ECF48CC02B8}" dt="2025-09-13T12:38:32.262" v="251" actId="478"/>
          <ac:spMkLst>
            <pc:docMk/>
            <pc:sldMk cId="0" sldId="717"/>
            <ac:spMk id="7" creationId="{28396E43-2755-DA5E-A364-FE404C4E46AE}"/>
          </ac:spMkLst>
        </pc:spChg>
        <pc:spChg chg="add del mod">
          <ac:chgData name="Elisa Zuliani" userId="5d8035ea-da0f-4081-bdcf-3fa4d66daaa7" providerId="ADAL" clId="{4722C113-FF9D-495D-9E47-6ECF48CC02B8}" dt="2025-09-13T12:38:48.670" v="255" actId="478"/>
          <ac:spMkLst>
            <pc:docMk/>
            <pc:sldMk cId="0" sldId="717"/>
            <ac:spMk id="9" creationId="{21DE8735-D9EB-6656-10F2-974F7182E834}"/>
          </ac:spMkLst>
        </pc:spChg>
        <pc:graphicFrameChg chg="mod">
          <ac:chgData name="Elisa Zuliani" userId="5d8035ea-da0f-4081-bdcf-3fa4d66daaa7" providerId="ADAL" clId="{4722C113-FF9D-495D-9E47-6ECF48CC02B8}" dt="2025-09-13T12:38:40.533" v="253" actId="1076"/>
          <ac:graphicFrameMkLst>
            <pc:docMk/>
            <pc:sldMk cId="0" sldId="717"/>
            <ac:graphicFrameMk id="4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14:03:48.945" v="630" actId="20577"/>
        <pc:sldMkLst>
          <pc:docMk/>
          <pc:sldMk cId="0" sldId="718"/>
        </pc:sldMkLst>
        <pc:spChg chg="del mod ord">
          <ac:chgData name="Elisa Zuliani" userId="5d8035ea-da0f-4081-bdcf-3fa4d66daaa7" providerId="ADAL" clId="{4722C113-FF9D-495D-9E47-6ECF48CC02B8}" dt="2025-09-13T12:39:11.596" v="279" actId="478"/>
          <ac:spMkLst>
            <pc:docMk/>
            <pc:sldMk cId="0" sldId="718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9:17.800" v="281" actId="1076"/>
          <ac:spMkLst>
            <pc:docMk/>
            <pc:sldMk cId="0" sldId="718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39:37.009" v="283" actId="1582"/>
          <ac:spMkLst>
            <pc:docMk/>
            <pc:sldMk cId="0" sldId="718"/>
            <ac:spMk id="6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18"/>
            <ac:spMk id="7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39:02.528" v="277" actId="20577"/>
          <ac:spMkLst>
            <pc:docMk/>
            <pc:sldMk cId="0" sldId="718"/>
            <ac:spMk id="8" creationId="{98AFB829-DD23-8E22-C91E-67E9E59B056E}"/>
          </ac:spMkLst>
        </pc:spChg>
        <pc:spChg chg="add del mod ord">
          <ac:chgData name="Elisa Zuliani" userId="5d8035ea-da0f-4081-bdcf-3fa4d66daaa7" providerId="ADAL" clId="{4722C113-FF9D-495D-9E47-6ECF48CC02B8}" dt="2025-09-13T12:39:07.308" v="278" actId="478"/>
          <ac:spMkLst>
            <pc:docMk/>
            <pc:sldMk cId="0" sldId="718"/>
            <ac:spMk id="9" creationId="{2892FA7A-5098-2FAE-21DD-D41DA666BD94}"/>
          </ac:spMkLst>
        </pc:spChg>
        <pc:spChg chg="add del mod">
          <ac:chgData name="Elisa Zuliani" userId="5d8035ea-da0f-4081-bdcf-3fa4d66daaa7" providerId="ADAL" clId="{4722C113-FF9D-495D-9E47-6ECF48CC02B8}" dt="2025-09-13T12:39:13.541" v="280" actId="478"/>
          <ac:spMkLst>
            <pc:docMk/>
            <pc:sldMk cId="0" sldId="718"/>
            <ac:spMk id="11" creationId="{786278E1-DC87-3178-42E1-183FF81996D1}"/>
          </ac:spMkLst>
        </pc:spChg>
        <pc:graphicFrameChg chg="mod modGraphic">
          <ac:chgData name="Elisa Zuliani" userId="5d8035ea-da0f-4081-bdcf-3fa4d66daaa7" providerId="ADAL" clId="{4722C113-FF9D-495D-9E47-6ECF48CC02B8}" dt="2025-09-13T14:03:48.945" v="630" actId="20577"/>
          <ac:graphicFrameMkLst>
            <pc:docMk/>
            <pc:sldMk cId="0" sldId="718"/>
            <ac:graphicFrameMk id="4" creationId="{00000000-0000-0000-0000-000000000000}"/>
          </ac:graphicFrameMkLst>
        </pc:graphicFrameChg>
        <pc:graphicFrameChg chg="mod modGraphic">
          <ac:chgData name="Elisa Zuliani" userId="5d8035ea-da0f-4081-bdcf-3fa4d66daaa7" providerId="ADAL" clId="{4722C113-FF9D-495D-9E47-6ECF48CC02B8}" dt="2025-09-13T14:03:41.917" v="626" actId="20577"/>
          <ac:graphicFrameMkLst>
            <pc:docMk/>
            <pc:sldMk cId="0" sldId="718"/>
            <ac:graphicFrameMk id="5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12:41:33.319" v="315" actId="208"/>
        <pc:sldMkLst>
          <pc:docMk/>
          <pc:sldMk cId="0" sldId="719"/>
        </pc:sldMkLst>
        <pc:spChg chg="del mod ord">
          <ac:chgData name="Elisa Zuliani" userId="5d8035ea-da0f-4081-bdcf-3fa4d66daaa7" providerId="ADAL" clId="{4722C113-FF9D-495D-9E47-6ECF48CC02B8}" dt="2025-09-13T12:41:05.651" v="309" actId="478"/>
          <ac:spMkLst>
            <pc:docMk/>
            <pc:sldMk cId="0" sldId="719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41:14.082" v="311" actId="1076"/>
          <ac:spMkLst>
            <pc:docMk/>
            <pc:sldMk cId="0" sldId="719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41:33.319" v="315" actId="208"/>
          <ac:spMkLst>
            <pc:docMk/>
            <pc:sldMk cId="0" sldId="719"/>
            <ac:spMk id="6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19"/>
            <ac:spMk id="7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40:59.381" v="307" actId="20577"/>
          <ac:spMkLst>
            <pc:docMk/>
            <pc:sldMk cId="0" sldId="719"/>
            <ac:spMk id="8" creationId="{E3D37260-C70F-D7CF-887F-286F0410EF32}"/>
          </ac:spMkLst>
        </pc:spChg>
        <pc:spChg chg="add del mod ord">
          <ac:chgData name="Elisa Zuliani" userId="5d8035ea-da0f-4081-bdcf-3fa4d66daaa7" providerId="ADAL" clId="{4722C113-FF9D-495D-9E47-6ECF48CC02B8}" dt="2025-09-13T12:41:02.259" v="308" actId="478"/>
          <ac:spMkLst>
            <pc:docMk/>
            <pc:sldMk cId="0" sldId="719"/>
            <ac:spMk id="9" creationId="{9ADF5F8A-D27D-06A2-1A85-F62F3DE1A832}"/>
          </ac:spMkLst>
        </pc:spChg>
        <pc:spChg chg="add del mod">
          <ac:chgData name="Elisa Zuliani" userId="5d8035ea-da0f-4081-bdcf-3fa4d66daaa7" providerId="ADAL" clId="{4722C113-FF9D-495D-9E47-6ECF48CC02B8}" dt="2025-09-13T12:41:08.145" v="310" actId="478"/>
          <ac:spMkLst>
            <pc:docMk/>
            <pc:sldMk cId="0" sldId="719"/>
            <ac:spMk id="11" creationId="{D042C547-099D-C847-2627-2725126CEB4A}"/>
          </ac:spMkLst>
        </pc:spChg>
        <pc:graphicFrameChg chg="mod">
          <ac:chgData name="Elisa Zuliani" userId="5d8035ea-da0f-4081-bdcf-3fa4d66daaa7" providerId="ADAL" clId="{4722C113-FF9D-495D-9E47-6ECF48CC02B8}" dt="2025-09-13T12:41:19.659" v="312" actId="1076"/>
          <ac:graphicFrameMkLst>
            <pc:docMk/>
            <pc:sldMk cId="0" sldId="719"/>
            <ac:graphicFrameMk id="4" creationId="{00000000-0000-0000-0000-000000000000}"/>
          </ac:graphicFrameMkLst>
        </pc:graphicFrameChg>
        <pc:graphicFrameChg chg="mod">
          <ac:chgData name="Elisa Zuliani" userId="5d8035ea-da0f-4081-bdcf-3fa4d66daaa7" providerId="ADAL" clId="{4722C113-FF9D-495D-9E47-6ECF48CC02B8}" dt="2025-09-13T12:41:24.138" v="313" actId="1076"/>
          <ac:graphicFrameMkLst>
            <pc:docMk/>
            <pc:sldMk cId="0" sldId="719"/>
            <ac:graphicFrameMk id="5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12:42:57.555" v="382" actId="208"/>
        <pc:sldMkLst>
          <pc:docMk/>
          <pc:sldMk cId="0" sldId="720"/>
        </pc:sldMkLst>
        <pc:spChg chg="del mod ord">
          <ac:chgData name="Elisa Zuliani" userId="5d8035ea-da0f-4081-bdcf-3fa4d66daaa7" providerId="ADAL" clId="{4722C113-FF9D-495D-9E47-6ECF48CC02B8}" dt="2025-09-13T12:42:35.148" v="380" actId="478"/>
          <ac:spMkLst>
            <pc:docMk/>
            <pc:sldMk cId="0" sldId="720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42:57.555" v="382" actId="208"/>
          <ac:spMkLst>
            <pc:docMk/>
            <pc:sldMk cId="0" sldId="720"/>
            <ac:spMk id="4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20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42:28.164" v="378" actId="20577"/>
          <ac:spMkLst>
            <pc:docMk/>
            <pc:sldMk cId="0" sldId="720"/>
            <ac:spMk id="6" creationId="{C26525E7-E165-72AC-64E9-C3218A0CFA5A}"/>
          </ac:spMkLst>
        </pc:spChg>
        <pc:spChg chg="add del mod ord">
          <ac:chgData name="Elisa Zuliani" userId="5d8035ea-da0f-4081-bdcf-3fa4d66daaa7" providerId="ADAL" clId="{4722C113-FF9D-495D-9E47-6ECF48CC02B8}" dt="2025-09-13T12:42:31.425" v="379" actId="478"/>
          <ac:spMkLst>
            <pc:docMk/>
            <pc:sldMk cId="0" sldId="720"/>
            <ac:spMk id="7" creationId="{B7DA00F6-421E-A04A-D3BB-A971B8FFB85D}"/>
          </ac:spMkLst>
        </pc:spChg>
        <pc:spChg chg="add del mod">
          <ac:chgData name="Elisa Zuliani" userId="5d8035ea-da0f-4081-bdcf-3fa4d66daaa7" providerId="ADAL" clId="{4722C113-FF9D-495D-9E47-6ECF48CC02B8}" dt="2025-09-13T12:42:37.173" v="381" actId="478"/>
          <ac:spMkLst>
            <pc:docMk/>
            <pc:sldMk cId="0" sldId="720"/>
            <ac:spMk id="9" creationId="{6893B520-EF56-2522-B0BC-64D366607427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12:54:04.606" v="432" actId="478"/>
        <pc:sldMkLst>
          <pc:docMk/>
          <pc:sldMk cId="0" sldId="721"/>
        </pc:sldMkLst>
        <pc:spChg chg="del mod ord">
          <ac:chgData name="Elisa Zuliani" userId="5d8035ea-da0f-4081-bdcf-3fa4d66daaa7" providerId="ADAL" clId="{4722C113-FF9D-495D-9E47-6ECF48CC02B8}" dt="2025-09-13T12:53:58.428" v="431" actId="478"/>
          <ac:spMkLst>
            <pc:docMk/>
            <pc:sldMk cId="0" sldId="721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53:39.341" v="427" actId="1076"/>
          <ac:spMkLst>
            <pc:docMk/>
            <pc:sldMk cId="0" sldId="721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53:53.758" v="430" actId="208"/>
          <ac:spMkLst>
            <pc:docMk/>
            <pc:sldMk cId="0" sldId="721"/>
            <ac:spMk id="4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21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53:30.680" v="425" actId="20577"/>
          <ac:spMkLst>
            <pc:docMk/>
            <pc:sldMk cId="0" sldId="721"/>
            <ac:spMk id="6" creationId="{E96E475D-5CCD-B3E4-06D6-9C7755A0F8D8}"/>
          </ac:spMkLst>
        </pc:spChg>
        <pc:spChg chg="add del mod ord">
          <ac:chgData name="Elisa Zuliani" userId="5d8035ea-da0f-4081-bdcf-3fa4d66daaa7" providerId="ADAL" clId="{4722C113-FF9D-495D-9E47-6ECF48CC02B8}" dt="2025-09-13T12:53:35.761" v="426" actId="478"/>
          <ac:spMkLst>
            <pc:docMk/>
            <pc:sldMk cId="0" sldId="721"/>
            <ac:spMk id="7" creationId="{6F57658E-A2DA-C910-E6FC-695831ECB94F}"/>
          </ac:spMkLst>
        </pc:spChg>
        <pc:spChg chg="add del mod">
          <ac:chgData name="Elisa Zuliani" userId="5d8035ea-da0f-4081-bdcf-3fa4d66daaa7" providerId="ADAL" clId="{4722C113-FF9D-495D-9E47-6ECF48CC02B8}" dt="2025-09-13T12:54:04.606" v="432" actId="478"/>
          <ac:spMkLst>
            <pc:docMk/>
            <pc:sldMk cId="0" sldId="721"/>
            <ac:spMk id="9" creationId="{897E02FA-61CC-592D-FACB-AA0B4791AC59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12:55:00.788" v="487" actId="208"/>
        <pc:sldMkLst>
          <pc:docMk/>
          <pc:sldMk cId="0" sldId="722"/>
        </pc:sldMkLst>
        <pc:spChg chg="del mod ord">
          <ac:chgData name="Elisa Zuliani" userId="5d8035ea-da0f-4081-bdcf-3fa4d66daaa7" providerId="ADAL" clId="{4722C113-FF9D-495D-9E47-6ECF48CC02B8}" dt="2025-09-13T12:54:38.228" v="481" actId="478"/>
          <ac:spMkLst>
            <pc:docMk/>
            <pc:sldMk cId="0" sldId="722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54:34.645" v="480" actId="1076"/>
          <ac:spMkLst>
            <pc:docMk/>
            <pc:sldMk cId="0" sldId="722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2:55:00.788" v="487" actId="208"/>
          <ac:spMkLst>
            <pc:docMk/>
            <pc:sldMk cId="0" sldId="722"/>
            <ac:spMk id="7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2:31:42.165" v="35" actId="700"/>
          <ac:spMkLst>
            <pc:docMk/>
            <pc:sldMk cId="0" sldId="722"/>
            <ac:spMk id="8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2:54:26.009" v="478" actId="20577"/>
          <ac:spMkLst>
            <pc:docMk/>
            <pc:sldMk cId="0" sldId="722"/>
            <ac:spMk id="9" creationId="{81513D21-4355-C954-A551-1B9D44D51A21}"/>
          </ac:spMkLst>
        </pc:spChg>
        <pc:spChg chg="add del mod ord">
          <ac:chgData name="Elisa Zuliani" userId="5d8035ea-da0f-4081-bdcf-3fa4d66daaa7" providerId="ADAL" clId="{4722C113-FF9D-495D-9E47-6ECF48CC02B8}" dt="2025-09-13T12:54:29.295" v="479" actId="478"/>
          <ac:spMkLst>
            <pc:docMk/>
            <pc:sldMk cId="0" sldId="722"/>
            <ac:spMk id="10" creationId="{BF0D5758-5409-48A3-8E3B-9F93C5A1E9C6}"/>
          </ac:spMkLst>
        </pc:spChg>
        <pc:spChg chg="add del mod">
          <ac:chgData name="Elisa Zuliani" userId="5d8035ea-da0f-4081-bdcf-3fa4d66daaa7" providerId="ADAL" clId="{4722C113-FF9D-495D-9E47-6ECF48CC02B8}" dt="2025-09-13T12:54:40.065" v="482" actId="478"/>
          <ac:spMkLst>
            <pc:docMk/>
            <pc:sldMk cId="0" sldId="722"/>
            <ac:spMk id="12" creationId="{698CF822-070E-5CA0-334C-BABF3857172F}"/>
          </ac:spMkLst>
        </pc:spChg>
        <pc:picChg chg="mod">
          <ac:chgData name="Elisa Zuliani" userId="5d8035ea-da0f-4081-bdcf-3fa4d66daaa7" providerId="ADAL" clId="{4722C113-FF9D-495D-9E47-6ECF48CC02B8}" dt="2025-09-13T12:54:43.223" v="483" actId="1076"/>
          <ac:picMkLst>
            <pc:docMk/>
            <pc:sldMk cId="0" sldId="722"/>
            <ac:picMk id="4" creationId="{00000000-0000-0000-0000-000000000000}"/>
          </ac:picMkLst>
        </pc:picChg>
        <pc:picChg chg="mod">
          <ac:chgData name="Elisa Zuliani" userId="5d8035ea-da0f-4081-bdcf-3fa4d66daaa7" providerId="ADAL" clId="{4722C113-FF9D-495D-9E47-6ECF48CC02B8}" dt="2025-09-13T12:54:46.015" v="484" actId="1076"/>
          <ac:picMkLst>
            <pc:docMk/>
            <pc:sldMk cId="0" sldId="722"/>
            <ac:picMk id="5" creationId="{00000000-0000-0000-0000-000000000000}"/>
          </ac:picMkLst>
        </pc:picChg>
        <pc:picChg chg="mod">
          <ac:chgData name="Elisa Zuliani" userId="5d8035ea-da0f-4081-bdcf-3fa4d66daaa7" providerId="ADAL" clId="{4722C113-FF9D-495D-9E47-6ECF48CC02B8}" dt="2025-09-13T12:54:49.291" v="485" actId="1076"/>
          <ac:picMkLst>
            <pc:docMk/>
            <pc:sldMk cId="0" sldId="722"/>
            <ac:picMk id="6" creationId="{00000000-0000-0000-0000-000000000000}"/>
          </ac:picMkLst>
        </pc:picChg>
      </pc:sldChg>
      <pc:sldChg chg="addSp delSp modSp new mod ord modAnim chgLayout">
        <pc:chgData name="Elisa Zuliani" userId="5d8035ea-da0f-4081-bdcf-3fa4d66daaa7" providerId="ADAL" clId="{4722C113-FF9D-495D-9E47-6ECF48CC02B8}" dt="2025-09-13T13:29:14.038" v="556" actId="14100"/>
        <pc:sldMkLst>
          <pc:docMk/>
          <pc:sldMk cId="3840109713" sldId="723"/>
        </pc:sldMkLst>
        <pc:spChg chg="mod ord">
          <ac:chgData name="Elisa Zuliani" userId="5d8035ea-da0f-4081-bdcf-3fa4d66daaa7" providerId="ADAL" clId="{4722C113-FF9D-495D-9E47-6ECF48CC02B8}" dt="2025-09-13T13:00:06.096" v="490" actId="700"/>
          <ac:spMkLst>
            <pc:docMk/>
            <pc:sldMk cId="3840109713" sldId="723"/>
            <ac:spMk id="2" creationId="{5E8E7C75-C12C-5499-CBDD-FE58EF493B8B}"/>
          </ac:spMkLst>
        </pc:spChg>
        <pc:spChg chg="mod ord">
          <ac:chgData name="Elisa Zuliani" userId="5d8035ea-da0f-4081-bdcf-3fa4d66daaa7" providerId="ADAL" clId="{4722C113-FF9D-495D-9E47-6ECF48CC02B8}" dt="2025-09-13T13:00:06.096" v="490" actId="700"/>
          <ac:spMkLst>
            <pc:docMk/>
            <pc:sldMk cId="3840109713" sldId="723"/>
            <ac:spMk id="3" creationId="{20EA57E4-2268-C186-70C4-5AD22A8DB027}"/>
          </ac:spMkLst>
        </pc:spChg>
        <pc:spChg chg="mod ord">
          <ac:chgData name="Elisa Zuliani" userId="5d8035ea-da0f-4081-bdcf-3fa4d66daaa7" providerId="ADAL" clId="{4722C113-FF9D-495D-9E47-6ECF48CC02B8}" dt="2025-09-13T13:00:06.096" v="490" actId="700"/>
          <ac:spMkLst>
            <pc:docMk/>
            <pc:sldMk cId="3840109713" sldId="723"/>
            <ac:spMk id="4" creationId="{0195C2C3-F053-6E63-93B2-88F65628A40A}"/>
          </ac:spMkLst>
        </pc:spChg>
        <pc:spChg chg="del">
          <ac:chgData name="Elisa Zuliani" userId="5d8035ea-da0f-4081-bdcf-3fa4d66daaa7" providerId="ADAL" clId="{4722C113-FF9D-495D-9E47-6ECF48CC02B8}" dt="2025-09-13T13:00:06.096" v="490" actId="700"/>
          <ac:spMkLst>
            <pc:docMk/>
            <pc:sldMk cId="3840109713" sldId="723"/>
            <ac:spMk id="5" creationId="{F5117B55-D9AF-D715-5838-387DA6543B26}"/>
          </ac:spMkLst>
        </pc:spChg>
        <pc:spChg chg="del">
          <ac:chgData name="Elisa Zuliani" userId="5d8035ea-da0f-4081-bdcf-3fa4d66daaa7" providerId="ADAL" clId="{4722C113-FF9D-495D-9E47-6ECF48CC02B8}" dt="2025-09-13T13:00:06.096" v="490" actId="700"/>
          <ac:spMkLst>
            <pc:docMk/>
            <pc:sldMk cId="3840109713" sldId="723"/>
            <ac:spMk id="6" creationId="{C9D04D07-3156-9267-05E2-B7274EFF2D49}"/>
          </ac:spMkLst>
        </pc:spChg>
        <pc:spChg chg="del">
          <ac:chgData name="Elisa Zuliani" userId="5d8035ea-da0f-4081-bdcf-3fa4d66daaa7" providerId="ADAL" clId="{4722C113-FF9D-495D-9E47-6ECF48CC02B8}" dt="2025-09-13T13:00:06.096" v="490" actId="700"/>
          <ac:spMkLst>
            <pc:docMk/>
            <pc:sldMk cId="3840109713" sldId="723"/>
            <ac:spMk id="7" creationId="{36F2CB86-3F18-031F-9000-7D04C519CFFF}"/>
          </ac:spMkLst>
        </pc:spChg>
        <pc:spChg chg="add del mod ord">
          <ac:chgData name="Elisa Zuliani" userId="5d8035ea-da0f-4081-bdcf-3fa4d66daaa7" providerId="ADAL" clId="{4722C113-FF9D-495D-9E47-6ECF48CC02B8}" dt="2025-09-13T13:00:20.935" v="516" actId="478"/>
          <ac:spMkLst>
            <pc:docMk/>
            <pc:sldMk cId="3840109713" sldId="723"/>
            <ac:spMk id="8" creationId="{1C6E72EF-F9C4-A874-7D4D-CB05E5881DC0}"/>
          </ac:spMkLst>
        </pc:spChg>
        <pc:spChg chg="add mod ord">
          <ac:chgData name="Elisa Zuliani" userId="5d8035ea-da0f-4081-bdcf-3fa4d66daaa7" providerId="ADAL" clId="{4722C113-FF9D-495D-9E47-6ECF48CC02B8}" dt="2025-09-13T13:00:14.384" v="514" actId="20577"/>
          <ac:spMkLst>
            <pc:docMk/>
            <pc:sldMk cId="3840109713" sldId="723"/>
            <ac:spMk id="9" creationId="{E358578C-1E60-22EC-C487-1950C3677421}"/>
          </ac:spMkLst>
        </pc:spChg>
        <pc:spChg chg="add del mod ord">
          <ac:chgData name="Elisa Zuliani" userId="5d8035ea-da0f-4081-bdcf-3fa4d66daaa7" providerId="ADAL" clId="{4722C113-FF9D-495D-9E47-6ECF48CC02B8}" dt="2025-09-13T13:00:18.138" v="515" actId="478"/>
          <ac:spMkLst>
            <pc:docMk/>
            <pc:sldMk cId="3840109713" sldId="723"/>
            <ac:spMk id="10" creationId="{7DCC6076-191D-9DE7-2D0E-C2D9EC516D01}"/>
          </ac:spMkLst>
        </pc:spChg>
        <pc:spChg chg="mod">
          <ac:chgData name="Elisa Zuliani" userId="5d8035ea-da0f-4081-bdcf-3fa4d66daaa7" providerId="ADAL" clId="{4722C113-FF9D-495D-9E47-6ECF48CC02B8}" dt="2025-09-13T13:29:01.638" v="553" actId="208"/>
          <ac:spMkLst>
            <pc:docMk/>
            <pc:sldMk cId="3840109713" sldId="723"/>
            <ac:spMk id="13" creationId="{7AB6FC2B-132E-61A8-25D0-E98ADBED6BE4}"/>
          </ac:spMkLst>
        </pc:spChg>
        <pc:spChg chg="mod">
          <ac:chgData name="Elisa Zuliani" userId="5d8035ea-da0f-4081-bdcf-3fa4d66daaa7" providerId="ADAL" clId="{4722C113-FF9D-495D-9E47-6ECF48CC02B8}" dt="2025-09-13T13:14:32.353" v="527" actId="207"/>
          <ac:spMkLst>
            <pc:docMk/>
            <pc:sldMk cId="3840109713" sldId="723"/>
            <ac:spMk id="14" creationId="{632DD913-279F-6210-000E-99E5904162AF}"/>
          </ac:spMkLst>
        </pc:spChg>
        <pc:spChg chg="add mod">
          <ac:chgData name="Elisa Zuliani" userId="5d8035ea-da0f-4081-bdcf-3fa4d66daaa7" providerId="ADAL" clId="{4722C113-FF9D-495D-9E47-6ECF48CC02B8}" dt="2025-09-13T13:29:14.038" v="556" actId="14100"/>
          <ac:spMkLst>
            <pc:docMk/>
            <pc:sldMk cId="3840109713" sldId="723"/>
            <ac:spMk id="15" creationId="{022B3AC8-25B4-01E8-3417-C6701C04E29A}"/>
          </ac:spMkLst>
        </pc:spChg>
        <pc:grpChg chg="add mod">
          <ac:chgData name="Elisa Zuliani" userId="5d8035ea-da0f-4081-bdcf-3fa4d66daaa7" providerId="ADAL" clId="{4722C113-FF9D-495D-9E47-6ECF48CC02B8}" dt="2025-09-13T13:14:25.509" v="526" actId="1076"/>
          <ac:grpSpMkLst>
            <pc:docMk/>
            <pc:sldMk cId="3840109713" sldId="723"/>
            <ac:grpSpMk id="12" creationId="{FECED2DC-3CD0-FE53-D803-FE70A6844AFA}"/>
          </ac:grpSpMkLst>
        </pc:grpChg>
        <pc:graphicFrameChg chg="add mod">
          <ac:chgData name="Elisa Zuliani" userId="5d8035ea-da0f-4081-bdcf-3fa4d66daaa7" providerId="ADAL" clId="{4722C113-FF9D-495D-9E47-6ECF48CC02B8}" dt="2025-09-13T13:20:28.942" v="545"/>
          <ac:graphicFrameMkLst>
            <pc:docMk/>
            <pc:sldMk cId="3840109713" sldId="723"/>
            <ac:graphicFrameMk id="11" creationId="{55CB3966-39B7-F994-57DA-979207FAA9F5}"/>
          </ac:graphicFrameMkLst>
        </pc:graphicFrameChg>
      </pc:sldChg>
      <pc:sldChg chg="modSp add mod">
        <pc:chgData name="Elisa Zuliani" userId="5d8035ea-da0f-4081-bdcf-3fa4d66daaa7" providerId="ADAL" clId="{4722C113-FF9D-495D-9E47-6ECF48CC02B8}" dt="2025-09-13T14:04:10.280" v="631"/>
        <pc:sldMkLst>
          <pc:docMk/>
          <pc:sldMk cId="763998428" sldId="724"/>
        </pc:sldMkLst>
        <pc:spChg chg="mod">
          <ac:chgData name="Elisa Zuliani" userId="5d8035ea-da0f-4081-bdcf-3fa4d66daaa7" providerId="ADAL" clId="{4722C113-FF9D-495D-9E47-6ECF48CC02B8}" dt="2025-09-13T13:16:07.474" v="537" actId="20577"/>
          <ac:spMkLst>
            <pc:docMk/>
            <pc:sldMk cId="763998428" sldId="724"/>
            <ac:spMk id="9" creationId="{0B685A70-9437-1C0A-57DD-34FE30A68C49}"/>
          </ac:spMkLst>
        </pc:spChg>
        <pc:graphicFrameChg chg="mod">
          <ac:chgData name="Elisa Zuliani" userId="5d8035ea-da0f-4081-bdcf-3fa4d66daaa7" providerId="ADAL" clId="{4722C113-FF9D-495D-9E47-6ECF48CC02B8}" dt="2025-09-13T14:04:10.280" v="631"/>
          <ac:graphicFrameMkLst>
            <pc:docMk/>
            <pc:sldMk cId="763998428" sldId="724"/>
            <ac:graphicFrameMk id="11" creationId="{C4A91CF3-2713-8818-4FDD-D916B1B82BCC}"/>
          </ac:graphicFrameMkLst>
        </pc:graphicFrameChg>
      </pc:sldChg>
      <pc:sldChg chg="add ord">
        <pc:chgData name="Elisa Zuliani" userId="5d8035ea-da0f-4081-bdcf-3fa4d66daaa7" providerId="ADAL" clId="{4722C113-FF9D-495D-9E47-6ECF48CC02B8}" dt="2025-09-13T13:22:53.300" v="547"/>
        <pc:sldMkLst>
          <pc:docMk/>
          <pc:sldMk cId="151905846" sldId="725"/>
        </pc:sldMkLst>
      </pc:sldChg>
      <pc:sldChg chg="addSp modSp add mod">
        <pc:chgData name="Elisa Zuliani" userId="5d8035ea-da0f-4081-bdcf-3fa4d66daaa7" providerId="ADAL" clId="{4722C113-FF9D-495D-9E47-6ECF48CC02B8}" dt="2025-09-13T13:30:08.799" v="567" actId="1076"/>
        <pc:sldMkLst>
          <pc:docMk/>
          <pc:sldMk cId="1465793293" sldId="726"/>
        </pc:sldMkLst>
        <pc:spChg chg="add mod">
          <ac:chgData name="Elisa Zuliani" userId="5d8035ea-da0f-4081-bdcf-3fa4d66daaa7" providerId="ADAL" clId="{4722C113-FF9D-495D-9E47-6ECF48CC02B8}" dt="2025-09-13T13:30:05.430" v="566" actId="1076"/>
          <ac:spMkLst>
            <pc:docMk/>
            <pc:sldMk cId="1465793293" sldId="726"/>
            <ac:spMk id="2" creationId="{A7ADEF32-D1C1-DEC5-F9B4-AD43A1B0357C}"/>
          </ac:spMkLst>
        </pc:spChg>
        <pc:spChg chg="mod">
          <ac:chgData name="Elisa Zuliani" userId="5d8035ea-da0f-4081-bdcf-3fa4d66daaa7" providerId="ADAL" clId="{4722C113-FF9D-495D-9E47-6ECF48CC02B8}" dt="2025-09-13T13:30:08.799" v="567" actId="1076"/>
          <ac:spMkLst>
            <pc:docMk/>
            <pc:sldMk cId="1465793293" sldId="726"/>
            <ac:spMk id="13" creationId="{367FA2CD-C899-2D93-DF68-46711D76691E}"/>
          </ac:spMkLst>
        </pc:spChg>
        <pc:grpChg chg="mod">
          <ac:chgData name="Elisa Zuliani" userId="5d8035ea-da0f-4081-bdcf-3fa4d66daaa7" providerId="ADAL" clId="{4722C113-FF9D-495D-9E47-6ECF48CC02B8}" dt="2025-09-13T13:29:38.880" v="561" actId="1076"/>
          <ac:grpSpMkLst>
            <pc:docMk/>
            <pc:sldMk cId="1465793293" sldId="726"/>
            <ac:grpSpMk id="12" creationId="{B078894C-C98A-69C3-0BDE-1E31CD81E592}"/>
          </ac:grpSpMkLst>
        </pc:grpChg>
        <pc:graphicFrameChg chg="mod">
          <ac:chgData name="Elisa Zuliani" userId="5d8035ea-da0f-4081-bdcf-3fa4d66daaa7" providerId="ADAL" clId="{4722C113-FF9D-495D-9E47-6ECF48CC02B8}" dt="2025-09-13T13:28:19.389" v="552"/>
          <ac:graphicFrameMkLst>
            <pc:docMk/>
            <pc:sldMk cId="1465793293" sldId="726"/>
            <ac:graphicFrameMk id="11" creationId="{D5632E58-6408-E8A8-CC9C-E8190D862FEC}"/>
          </ac:graphicFrameMkLst>
        </pc:graphicFrameChg>
      </pc:sldChg>
      <pc:sldChg chg="addSp delSp modSp new mod">
        <pc:chgData name="Elisa Zuliani" userId="5d8035ea-da0f-4081-bdcf-3fa4d66daaa7" providerId="ADAL" clId="{4722C113-FF9D-495D-9E47-6ECF48CC02B8}" dt="2025-09-13T13:59:39.615" v="588" actId="1076"/>
        <pc:sldMkLst>
          <pc:docMk/>
          <pc:sldMk cId="1721515311" sldId="727"/>
        </pc:sldMkLst>
        <pc:spChg chg="mod">
          <ac:chgData name="Elisa Zuliani" userId="5d8035ea-da0f-4081-bdcf-3fa4d66daaa7" providerId="ADAL" clId="{4722C113-FF9D-495D-9E47-6ECF48CC02B8}" dt="2025-09-13T13:58:50.493" v="581" actId="5793"/>
          <ac:spMkLst>
            <pc:docMk/>
            <pc:sldMk cId="1721515311" sldId="727"/>
            <ac:spMk id="3" creationId="{2CE1A39D-F866-9C54-4841-211821C34527}"/>
          </ac:spMkLst>
        </pc:spChg>
        <pc:spChg chg="del">
          <ac:chgData name="Elisa Zuliani" userId="5d8035ea-da0f-4081-bdcf-3fa4d66daaa7" providerId="ADAL" clId="{4722C113-FF9D-495D-9E47-6ECF48CC02B8}" dt="2025-09-13T13:58:58.941" v="582" actId="478"/>
          <ac:spMkLst>
            <pc:docMk/>
            <pc:sldMk cId="1721515311" sldId="727"/>
            <ac:spMk id="4" creationId="{5718EB5F-B9C7-472C-37A8-B63FFFCA635C}"/>
          </ac:spMkLst>
        </pc:spChg>
        <pc:spChg chg="del">
          <ac:chgData name="Elisa Zuliani" userId="5d8035ea-da0f-4081-bdcf-3fa4d66daaa7" providerId="ADAL" clId="{4722C113-FF9D-495D-9E47-6ECF48CC02B8}" dt="2025-09-13T13:59:02.124" v="583" actId="478"/>
          <ac:spMkLst>
            <pc:docMk/>
            <pc:sldMk cId="1721515311" sldId="727"/>
            <ac:spMk id="5" creationId="{B0D95C2C-2CF5-42FD-82F8-BD60435E11EF}"/>
          </ac:spMkLst>
        </pc:spChg>
        <pc:spChg chg="add mod">
          <ac:chgData name="Elisa Zuliani" userId="5d8035ea-da0f-4081-bdcf-3fa4d66daaa7" providerId="ADAL" clId="{4722C113-FF9D-495D-9E47-6ECF48CC02B8}" dt="2025-09-13T13:59:39.615" v="588" actId="1076"/>
          <ac:spMkLst>
            <pc:docMk/>
            <pc:sldMk cId="1721515311" sldId="727"/>
            <ac:spMk id="7" creationId="{BEBE12D4-DE87-6026-896B-06BD64D1E570}"/>
          </ac:spMkLst>
        </pc:spChg>
      </pc:sldChg>
      <pc:sldChg chg="addSp modSp add mod">
        <pc:chgData name="Elisa Zuliani" userId="5d8035ea-da0f-4081-bdcf-3fa4d66daaa7" providerId="ADAL" clId="{4722C113-FF9D-495D-9E47-6ECF48CC02B8}" dt="2025-09-13T14:02:55.917" v="618" actId="1076"/>
        <pc:sldMkLst>
          <pc:docMk/>
          <pc:sldMk cId="469372248" sldId="728"/>
        </pc:sldMkLst>
        <pc:spChg chg="add ord">
          <ac:chgData name="Elisa Zuliani" userId="5d8035ea-da0f-4081-bdcf-3fa4d66daaa7" providerId="ADAL" clId="{4722C113-FF9D-495D-9E47-6ECF48CC02B8}" dt="2025-09-13T14:01:52.402" v="609" actId="167"/>
          <ac:spMkLst>
            <pc:docMk/>
            <pc:sldMk cId="469372248" sldId="728"/>
            <ac:spMk id="4" creationId="{6DB79D3D-E811-3F15-8078-CA433763F997}"/>
          </ac:spMkLst>
        </pc:spChg>
        <pc:spChg chg="add mod">
          <ac:chgData name="Elisa Zuliani" userId="5d8035ea-da0f-4081-bdcf-3fa4d66daaa7" providerId="ADAL" clId="{4722C113-FF9D-495D-9E47-6ECF48CC02B8}" dt="2025-09-13T14:02:54.900" v="617" actId="113"/>
          <ac:spMkLst>
            <pc:docMk/>
            <pc:sldMk cId="469372248" sldId="728"/>
            <ac:spMk id="6" creationId="{B578F3C7-2E43-2518-B8F6-DC3109B1FE58}"/>
          </ac:spMkLst>
        </pc:spChg>
        <pc:spChg chg="mod">
          <ac:chgData name="Elisa Zuliani" userId="5d8035ea-da0f-4081-bdcf-3fa4d66daaa7" providerId="ADAL" clId="{4722C113-FF9D-495D-9E47-6ECF48CC02B8}" dt="2025-09-13T14:02:55.917" v="618" actId="1076"/>
          <ac:spMkLst>
            <pc:docMk/>
            <pc:sldMk cId="469372248" sldId="728"/>
            <ac:spMk id="7" creationId="{54EC3C77-6135-90E9-F600-8A7427BCA1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52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C81263-C894-4873-89C2-971E5590E23B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980B6D-915E-41AE-AD5B-A36BF2CAC5C5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1C3432-9C42-4A48-825B-C3094C036AEB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C88A52-FA99-4BEC-9A78-5E07FCAB4954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C1E9A2-12C1-4979-AFFA-5E8BA8DB4F7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D2C611-B2AF-49AE-AFE1-B2114802218D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51478A-F9E3-4EE4-9087-211C19387998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D07D92-6294-4F14-86FE-D10AC9A801A2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534C-45DE-41A8-AA2B-DD797E8BAE16}" type="datetime1">
              <a:rPr lang="en-US" smtClean="0"/>
              <a:t>9/13/2025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F8B65-1483-4B3F-A448-0521E8C9ED3A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88975-7FA8-4990-A221-A8D4AA93DF1B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263B5-A16B-4CBF-89AF-1583C81BD7FF}" type="datetime1">
              <a:rPr lang="en-US" smtClean="0"/>
              <a:t>9/13/2025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EDAA2-DF3E-4D48-856F-FB5399E9F66B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0EEC23F-7C14-469F-A1B9-38D397306ED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9B159E-9C66-4E28-A9E0-71CCCBDB9217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E1691D9-E12D-42C0-8BA1-F5A1373BE1C8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868AFA-FE36-4FFE-A031-ED80A79D509B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4BDE068-A8D9-459D-AC95-5BD6982A9031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FAEB19-06AB-4F2D-BE96-61EE880A4037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D7E247-1F04-458A-9755-259C385159AB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B2F29FF-CD2E-4E47-819B-780FE6BE24A4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7D5D68-E52E-4203-9A92-55A760F85E0D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9118D4-9F30-447E-848C-3E56CBEBE4F4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3D877D-EBF1-49DB-A072-4E9B70D223C6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6E6461-DFDE-413E-BCDC-E5351B674790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7B4548-819E-4C00-8C36-57BF13901DB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ECA07C-CB2E-4A6F-987C-8933693716E0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CB5EE4-02A8-4F4F-AF71-F2F97FA0C0D9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CF6243-C493-4C50-BECA-51D2680F588D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AC2C6-CC36-47EF-BE8D-83E3AE7A39C1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EAA225-43EB-49CC-9625-09C5D0CC1807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5B02B6-E7B4-42F3-90B2-2801B747EAE3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983B62-8B8E-4396-AAC0-029254DDE05B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60A48C-828F-4C74-85B6-794E5A2C5D6A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8204AA-A46B-482B-9D21-B43E59128823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382845-11ED-4EB8-9640-DD33DC65F96D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EF182A-FB98-480A-9C7C-7811435576C6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7DCC81-9C0B-407A-AC87-A022B5FF8E16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7091C9-50D1-4B3B-AE95-6538AA595F8F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E69555-D04C-4701-AB19-0B211266A9BF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489B49-3815-4A08-9320-389A0F7D6AFD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C4451B-16AF-4D16-A530-933208496501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0C6CFD-519D-41A3-99F2-FAE9DD011415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651C4A-EDF0-4FE1-A52A-76F290528895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5AB31F-EF1E-4C98-A04F-0A3648BBA970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E26218-A5B9-4E80-878F-DBCFACBF30C9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F3BB86-6445-456B-B00D-98A3E75CB0BA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72B862-DC74-442F-820A-A2A58A496AB0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7933AB-54BF-478C-8E1B-42B08795FE41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97FC774-152B-4C82-917D-645053E2AC73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07093A-6BD4-4E03-BB46-27F22930560B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957994-B2A1-4E2A-9557-58020F828B0A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14AB20-C775-4524-84AC-D2ED5DAF4121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407160-66BB-49B8-B3DD-0005465EAFD6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F0C750-8BCA-48D8-AC8D-73EB38A4B137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29CC7E-DC52-4939-AC1F-796D56CE109E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208BB1-B402-4387-8CFF-84B532F8A4E8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313E0F-CEB1-4D88-BC27-54F7A2EA785C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29EB-1CAF-42D5-A3ED-0FB8398F04E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4240F8-07ED-4467-B016-17843176ECF7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11DAD7-7E79-4C01-AD23-8F7F083D0A68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EE84C1-B19C-4F79-8A67-00A4DCDDD9C8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C91FA7-57C1-4941-9861-38B69BDC2235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13BF13-5C1A-43F5-8E5F-E63ED09CFA19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3BEAF0-9531-439F-A5E2-5A73EE5D0C27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E1617C-1B21-4073-96B0-CD63E59AB7E0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E4B64D-87D1-4754-A671-7503FD453606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AE750-AED6-4FC9-B676-5D500A12F61A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1CAB05-2034-4AA0-A8B5-541E5845A646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CABBC-1DA2-49DD-BC1B-AC2E3B9E91C1}" type="datetime1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Microsoft_Excel_97-2003_Worksheet.xls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Microsoft_Excel_97-2003_Worksheet1.xls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Microsoft_Excel_97-2003_Worksheet2.xls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Microsoft_Excel_97-2003_Worksheet3.xls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6: Costing Systems – Variable Costing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b="0" i="0" kern="1200">
                <a:solidFill>
                  <a:srgbClr val="888888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n-CA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2</a:t>
            </a:fld>
            <a:endParaRPr spc="-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AF863B-103C-9A3C-9F1A-BDFABDDCBC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Learning Objectives of Class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57A81-398D-62BB-AE29-506724B935F9}"/>
              </a:ext>
            </a:extLst>
          </p:cNvPr>
          <p:cNvSpPr txBox="1"/>
          <p:nvPr/>
        </p:nvSpPr>
        <p:spPr>
          <a:xfrm>
            <a:off x="719404" y="980728"/>
            <a:ext cx="1070518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7685" marR="167640" indent="-515620">
              <a:lnSpc>
                <a:spcPct val="100000"/>
              </a:lnSpc>
              <a:spcBef>
                <a:spcPts val="100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Identify</a:t>
            </a:r>
            <a:r>
              <a:rPr lang="en-CA" sz="2400" spc="-8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how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variable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costing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differs</a:t>
            </a:r>
            <a:r>
              <a:rPr lang="en-CA" sz="2400" spc="-8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from</a:t>
            </a:r>
            <a:r>
              <a:rPr lang="en-CA" sz="2400" spc="-9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absorption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costing,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8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compute </a:t>
            </a:r>
            <a:r>
              <a:rPr lang="en-CA" sz="2400" dirty="0">
                <a:latin typeface="Arial MT"/>
                <a:cs typeface="Arial MT"/>
              </a:rPr>
              <a:t>unit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product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costs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under</a:t>
            </a:r>
            <a:r>
              <a:rPr lang="en-CA" sz="2400" spc="-4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each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method.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Prepare</a:t>
            </a:r>
            <a:r>
              <a:rPr lang="en-CA" sz="2400" spc="-9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income</a:t>
            </a:r>
            <a:r>
              <a:rPr lang="en-CA" sz="2400" spc="-8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statements</a:t>
            </a:r>
            <a:r>
              <a:rPr lang="en-CA" sz="2400" spc="-114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using</a:t>
            </a:r>
            <a:r>
              <a:rPr lang="en-CA" sz="2400" spc="-8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both</a:t>
            </a:r>
            <a:r>
              <a:rPr lang="en-CA" sz="2400" spc="-9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variable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10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absorption</a:t>
            </a:r>
            <a:r>
              <a:rPr lang="en-CA" sz="2400" spc="-8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costing.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Understand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the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effect</a:t>
            </a:r>
            <a:r>
              <a:rPr lang="en-CA" sz="2400" spc="-8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of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changes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in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sales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production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on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operating</a:t>
            </a:r>
            <a:endParaRPr lang="en-CA" sz="2400" dirty="0">
              <a:latin typeface="Arial MT"/>
              <a:cs typeface="Arial MT"/>
            </a:endParaRPr>
          </a:p>
          <a:p>
            <a:pPr marL="527685">
              <a:lnSpc>
                <a:spcPct val="100000"/>
              </a:lnSpc>
              <a:spcBef>
                <a:spcPts val="5"/>
              </a:spcBef>
            </a:pPr>
            <a:r>
              <a:rPr lang="en-CA" sz="2400" dirty="0">
                <a:latin typeface="Arial MT"/>
                <a:cs typeface="Arial MT"/>
              </a:rPr>
              <a:t>income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under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both</a:t>
            </a:r>
            <a:r>
              <a:rPr lang="en-CA" sz="2400" spc="-8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methods.</a:t>
            </a:r>
            <a:endParaRPr lang="en-CA" sz="2400" dirty="0">
              <a:latin typeface="Arial MT"/>
              <a:cs typeface="Arial MT"/>
            </a:endParaRPr>
          </a:p>
          <a:p>
            <a:pPr marL="527685" marR="5080" indent="-515620">
              <a:lnSpc>
                <a:spcPct val="100000"/>
              </a:lnSpc>
              <a:spcBef>
                <a:spcPts val="1175"/>
              </a:spcBef>
              <a:buSzPct val="79166"/>
              <a:buAutoNum type="arabicPeriod" startAt="4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Explain</a:t>
            </a:r>
            <a:r>
              <a:rPr lang="en-CA" sz="2400" spc="-4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the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advantages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disadvantages</a:t>
            </a:r>
            <a:r>
              <a:rPr lang="en-CA" sz="2400" spc="-4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of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both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variable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absorption costing.</a:t>
            </a:r>
            <a:endParaRPr lang="en-CA" sz="2400" dirty="0">
              <a:latin typeface="Arial MT"/>
              <a:cs typeface="Arial MT"/>
            </a:endParaRPr>
          </a:p>
          <a:p>
            <a:pPr marL="12701">
              <a:lnSpc>
                <a:spcPct val="100000"/>
              </a:lnSpc>
              <a:spcBef>
                <a:spcPts val="1180"/>
              </a:spcBef>
              <a:buSzPct val="80000"/>
              <a:tabLst>
                <a:tab pos="527685" algn="l"/>
              </a:tabLst>
            </a:pPr>
            <a:endParaRPr lang="en-CA"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335360" y="2747963"/>
            <a:ext cx="10363200" cy="1362075"/>
          </a:xfrm>
        </p:spPr>
        <p:txBody>
          <a:bodyPr anchor="b"/>
          <a:lstStyle/>
          <a:p>
            <a:r>
              <a:rPr lang="en-CA" dirty="0"/>
              <a:t>Product Costing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407368" y="4110038"/>
            <a:ext cx="2798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Costing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6C179C-C0F3-92C6-8D8E-1B4F54E6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72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DD1EC881-837D-101A-9F59-754AFFF4C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Absorption vs Variable Costing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420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Fixed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MOH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treatment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difference.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4932" y="1599947"/>
            <a:ext cx="11402045" cy="4310380"/>
            <a:chOff x="401015" y="1608074"/>
            <a:chExt cx="11402045" cy="4310380"/>
          </a:xfrm>
        </p:grpSpPr>
        <p:sp>
          <p:nvSpPr>
            <p:cNvPr id="5" name="object 5"/>
            <p:cNvSpPr/>
            <p:nvPr/>
          </p:nvSpPr>
          <p:spPr>
            <a:xfrm>
              <a:off x="407365" y="1614423"/>
              <a:ext cx="11377295" cy="822960"/>
            </a:xfrm>
            <a:custGeom>
              <a:avLst/>
              <a:gdLst/>
              <a:ahLst/>
              <a:cxnLst/>
              <a:rect l="l" t="t" r="r" b="b"/>
              <a:pathLst>
                <a:path w="11377295" h="822960">
                  <a:moveTo>
                    <a:pt x="2771013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2771013" y="822960"/>
                  </a:lnTo>
                  <a:lnTo>
                    <a:pt x="2771013" y="0"/>
                  </a:lnTo>
                  <a:close/>
                </a:path>
                <a:path w="11377295" h="822960">
                  <a:moveTo>
                    <a:pt x="11377219" y="0"/>
                  </a:moveTo>
                  <a:lnTo>
                    <a:pt x="8606206" y="0"/>
                  </a:lnTo>
                  <a:lnTo>
                    <a:pt x="8606206" y="822960"/>
                  </a:lnTo>
                  <a:lnTo>
                    <a:pt x="11377219" y="822960"/>
                  </a:lnTo>
                  <a:lnTo>
                    <a:pt x="113772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765" y="2467240"/>
              <a:ext cx="11377295" cy="1828800"/>
            </a:xfrm>
            <a:custGeom>
              <a:avLst/>
              <a:gdLst/>
              <a:ahLst/>
              <a:cxnLst/>
              <a:rect l="l" t="t" r="r" b="b"/>
              <a:pathLst>
                <a:path w="11377295" h="1828800">
                  <a:moveTo>
                    <a:pt x="2771013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771013" y="1828800"/>
                  </a:lnTo>
                  <a:lnTo>
                    <a:pt x="2771013" y="0"/>
                  </a:lnTo>
                  <a:close/>
                </a:path>
                <a:path w="11377295" h="1828800">
                  <a:moveTo>
                    <a:pt x="8226984" y="0"/>
                  </a:moveTo>
                  <a:lnTo>
                    <a:pt x="3150158" y="0"/>
                  </a:lnTo>
                  <a:lnTo>
                    <a:pt x="3150158" y="457200"/>
                  </a:lnTo>
                  <a:lnTo>
                    <a:pt x="8226984" y="457200"/>
                  </a:lnTo>
                  <a:lnTo>
                    <a:pt x="8226984" y="0"/>
                  </a:lnTo>
                  <a:close/>
                </a:path>
                <a:path w="11377295" h="1828800">
                  <a:moveTo>
                    <a:pt x="11377219" y="0"/>
                  </a:moveTo>
                  <a:lnTo>
                    <a:pt x="8606206" y="0"/>
                  </a:lnTo>
                  <a:lnTo>
                    <a:pt x="8606206" y="1371600"/>
                  </a:lnTo>
                  <a:lnTo>
                    <a:pt x="11377219" y="1371600"/>
                  </a:lnTo>
                  <a:lnTo>
                    <a:pt x="1137721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57524" y="2894584"/>
              <a:ext cx="5076825" cy="457200"/>
            </a:xfrm>
            <a:custGeom>
              <a:avLst/>
              <a:gdLst/>
              <a:ahLst/>
              <a:cxnLst/>
              <a:rect l="l" t="t" r="r" b="b"/>
              <a:pathLst>
                <a:path w="5076825" h="457200">
                  <a:moveTo>
                    <a:pt x="507682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076825" y="457200"/>
                  </a:lnTo>
                  <a:lnTo>
                    <a:pt x="5076825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57524" y="3351784"/>
              <a:ext cx="5076825" cy="457200"/>
            </a:xfrm>
            <a:custGeom>
              <a:avLst/>
              <a:gdLst/>
              <a:ahLst/>
              <a:cxnLst/>
              <a:rect l="l" t="t" r="r" b="b"/>
              <a:pathLst>
                <a:path w="5076825" h="457200">
                  <a:moveTo>
                    <a:pt x="507682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076825" y="457200"/>
                  </a:lnTo>
                  <a:lnTo>
                    <a:pt x="5076825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7365" y="3808933"/>
              <a:ext cx="11377295" cy="2103120"/>
            </a:xfrm>
            <a:custGeom>
              <a:avLst/>
              <a:gdLst/>
              <a:ahLst/>
              <a:cxnLst/>
              <a:rect l="l" t="t" r="r" b="b"/>
              <a:pathLst>
                <a:path w="11377295" h="2103120">
                  <a:moveTo>
                    <a:pt x="2771013" y="457200"/>
                  </a:moveTo>
                  <a:lnTo>
                    <a:pt x="0" y="457200"/>
                  </a:lnTo>
                  <a:lnTo>
                    <a:pt x="0" y="2103107"/>
                  </a:lnTo>
                  <a:lnTo>
                    <a:pt x="2771013" y="2103107"/>
                  </a:lnTo>
                  <a:lnTo>
                    <a:pt x="2771013" y="457200"/>
                  </a:lnTo>
                  <a:close/>
                </a:path>
                <a:path w="11377295" h="2103120">
                  <a:moveTo>
                    <a:pt x="8226984" y="50"/>
                  </a:moveTo>
                  <a:lnTo>
                    <a:pt x="3150158" y="50"/>
                  </a:lnTo>
                  <a:lnTo>
                    <a:pt x="3150158" y="457250"/>
                  </a:lnTo>
                  <a:lnTo>
                    <a:pt x="8226984" y="457250"/>
                  </a:lnTo>
                  <a:lnTo>
                    <a:pt x="8226984" y="50"/>
                  </a:lnTo>
                  <a:close/>
                </a:path>
                <a:path w="11377295" h="2103120">
                  <a:moveTo>
                    <a:pt x="11377219" y="0"/>
                  </a:moveTo>
                  <a:lnTo>
                    <a:pt x="8606206" y="0"/>
                  </a:lnTo>
                  <a:lnTo>
                    <a:pt x="8606206" y="2103107"/>
                  </a:lnTo>
                  <a:lnTo>
                    <a:pt x="11377219" y="2103107"/>
                  </a:lnTo>
                  <a:lnTo>
                    <a:pt x="1137721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7524" y="4266184"/>
              <a:ext cx="5076825" cy="822960"/>
            </a:xfrm>
            <a:custGeom>
              <a:avLst/>
              <a:gdLst/>
              <a:ahLst/>
              <a:cxnLst/>
              <a:rect l="l" t="t" r="r" b="b"/>
              <a:pathLst>
                <a:path w="5076825" h="822960">
                  <a:moveTo>
                    <a:pt x="5076825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5076825" y="822959"/>
                  </a:lnTo>
                  <a:lnTo>
                    <a:pt x="5076825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57524" y="5089080"/>
              <a:ext cx="5076825" cy="822960"/>
            </a:xfrm>
            <a:custGeom>
              <a:avLst/>
              <a:gdLst/>
              <a:ahLst/>
              <a:cxnLst/>
              <a:rect l="l" t="t" r="r" b="b"/>
              <a:pathLst>
                <a:path w="5076825" h="822960">
                  <a:moveTo>
                    <a:pt x="5076825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5076825" y="822959"/>
                  </a:lnTo>
                  <a:lnTo>
                    <a:pt x="5076825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78429" y="1608074"/>
              <a:ext cx="5835650" cy="4310380"/>
            </a:xfrm>
            <a:custGeom>
              <a:avLst/>
              <a:gdLst/>
              <a:ahLst/>
              <a:cxnLst/>
              <a:rect l="l" t="t" r="r" b="b"/>
              <a:pathLst>
                <a:path w="5835650" h="4310380">
                  <a:moveTo>
                    <a:pt x="0" y="0"/>
                  </a:moveTo>
                  <a:lnTo>
                    <a:pt x="0" y="4310316"/>
                  </a:lnTo>
                </a:path>
                <a:path w="5835650" h="4310380">
                  <a:moveTo>
                    <a:pt x="379094" y="0"/>
                  </a:moveTo>
                  <a:lnTo>
                    <a:pt x="379094" y="4310316"/>
                  </a:lnTo>
                </a:path>
                <a:path w="5835650" h="4310380">
                  <a:moveTo>
                    <a:pt x="5455920" y="0"/>
                  </a:moveTo>
                  <a:lnTo>
                    <a:pt x="5455920" y="4310316"/>
                  </a:lnTo>
                </a:path>
                <a:path w="5835650" h="4310380">
                  <a:moveTo>
                    <a:pt x="5835142" y="0"/>
                  </a:moveTo>
                  <a:lnTo>
                    <a:pt x="5835142" y="431031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1015" y="2437384"/>
              <a:ext cx="11389995" cy="0"/>
            </a:xfrm>
            <a:custGeom>
              <a:avLst/>
              <a:gdLst/>
              <a:ahLst/>
              <a:cxnLst/>
              <a:rect l="l" t="t" r="r" b="b"/>
              <a:pathLst>
                <a:path w="11389995">
                  <a:moveTo>
                    <a:pt x="0" y="0"/>
                  </a:moveTo>
                  <a:lnTo>
                    <a:pt x="1138991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1015" y="1608074"/>
              <a:ext cx="11389995" cy="4310380"/>
            </a:xfrm>
            <a:custGeom>
              <a:avLst/>
              <a:gdLst/>
              <a:ahLst/>
              <a:cxnLst/>
              <a:rect l="l" t="t" r="r" b="b"/>
              <a:pathLst>
                <a:path w="11389995" h="4310380">
                  <a:moveTo>
                    <a:pt x="2771063" y="1286510"/>
                  </a:moveTo>
                  <a:lnTo>
                    <a:pt x="8618905" y="1286510"/>
                  </a:lnTo>
                </a:path>
                <a:path w="11389995" h="4310380">
                  <a:moveTo>
                    <a:pt x="2771063" y="1743710"/>
                  </a:moveTo>
                  <a:lnTo>
                    <a:pt x="8618905" y="1743710"/>
                  </a:lnTo>
                </a:path>
                <a:path w="11389995" h="4310380">
                  <a:moveTo>
                    <a:pt x="2771063" y="2200910"/>
                  </a:moveTo>
                  <a:lnTo>
                    <a:pt x="11389918" y="2200910"/>
                  </a:lnTo>
                </a:path>
                <a:path w="11389995" h="4310380">
                  <a:moveTo>
                    <a:pt x="0" y="2658110"/>
                  </a:moveTo>
                  <a:lnTo>
                    <a:pt x="8618905" y="2658110"/>
                  </a:lnTo>
                </a:path>
                <a:path w="11389995" h="4310380">
                  <a:moveTo>
                    <a:pt x="2771063" y="3481070"/>
                  </a:moveTo>
                  <a:lnTo>
                    <a:pt x="8618905" y="3481070"/>
                  </a:lnTo>
                </a:path>
                <a:path w="11389995" h="4310380">
                  <a:moveTo>
                    <a:pt x="6350" y="0"/>
                  </a:moveTo>
                  <a:lnTo>
                    <a:pt x="6350" y="4310316"/>
                  </a:lnTo>
                </a:path>
                <a:path w="11389995" h="4310380">
                  <a:moveTo>
                    <a:pt x="11383568" y="0"/>
                  </a:moveTo>
                  <a:lnTo>
                    <a:pt x="11383568" y="4310316"/>
                  </a:lnTo>
                </a:path>
                <a:path w="11389995" h="4310380">
                  <a:moveTo>
                    <a:pt x="0" y="6350"/>
                  </a:moveTo>
                  <a:lnTo>
                    <a:pt x="11389918" y="6350"/>
                  </a:lnTo>
                </a:path>
                <a:path w="11389995" h="4310380">
                  <a:moveTo>
                    <a:pt x="0" y="4303966"/>
                  </a:moveTo>
                  <a:lnTo>
                    <a:pt x="11389918" y="430396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38422" y="1593399"/>
            <a:ext cx="165036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marR="5080" indent="-24574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Absorption Costing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94418" y="1823084"/>
            <a:ext cx="241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Costing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8422" y="2756523"/>
            <a:ext cx="1940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99856" y="2494485"/>
            <a:ext cx="2143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Materials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30639" y="2920746"/>
            <a:ext cx="1940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1864" y="2884771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Labour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5575" y="3360037"/>
            <a:ext cx="456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Variable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Manufacturing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Overhead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65575" y="3823441"/>
            <a:ext cx="4537075" cy="361315"/>
          </a:xfrm>
          <a:prstGeom prst="rect">
            <a:avLst/>
          </a:prstGeom>
          <a:solidFill>
            <a:srgbClr val="E7E7E7"/>
          </a:solidFill>
          <a:ln w="57150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9550">
              <a:lnSpc>
                <a:spcPts val="2775"/>
              </a:lnSpc>
            </a:pP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Manufacturing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Overhead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14458" y="4658359"/>
            <a:ext cx="1769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Period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7186" y="4886959"/>
            <a:ext cx="1769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Period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1763" y="4235676"/>
            <a:ext cx="4699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Variable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Administrative</a:t>
            </a:r>
            <a:endParaRPr sz="2400" dirty="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Expenses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12350" y="5045774"/>
            <a:ext cx="43472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5585" marR="5080" indent="-14935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Administrative Expenses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16401" y="2580894"/>
            <a:ext cx="5760720" cy="3134995"/>
          </a:xfrm>
          <a:custGeom>
            <a:avLst/>
            <a:gdLst/>
            <a:ahLst/>
            <a:cxnLst/>
            <a:rect l="l" t="t" r="r" b="b"/>
            <a:pathLst>
              <a:path w="5760720" h="3134995">
                <a:moveTo>
                  <a:pt x="5472683" y="0"/>
                </a:moveTo>
                <a:lnTo>
                  <a:pt x="5528726" y="1893"/>
                </a:lnTo>
                <a:lnTo>
                  <a:pt x="5574506" y="7048"/>
                </a:lnTo>
                <a:lnTo>
                  <a:pt x="5605379" y="14680"/>
                </a:lnTo>
                <a:lnTo>
                  <a:pt x="5616702" y="24002"/>
                </a:lnTo>
                <a:lnTo>
                  <a:pt x="5616702" y="502284"/>
                </a:lnTo>
                <a:lnTo>
                  <a:pt x="5628024" y="511661"/>
                </a:lnTo>
                <a:lnTo>
                  <a:pt x="5658897" y="519287"/>
                </a:lnTo>
                <a:lnTo>
                  <a:pt x="5704677" y="524412"/>
                </a:lnTo>
                <a:lnTo>
                  <a:pt x="5760720" y="526288"/>
                </a:lnTo>
                <a:lnTo>
                  <a:pt x="5704677" y="528181"/>
                </a:lnTo>
                <a:lnTo>
                  <a:pt x="5658897" y="533336"/>
                </a:lnTo>
                <a:lnTo>
                  <a:pt x="5628024" y="540968"/>
                </a:lnTo>
                <a:lnTo>
                  <a:pt x="5616702" y="550290"/>
                </a:lnTo>
                <a:lnTo>
                  <a:pt x="5616702" y="1012316"/>
                </a:lnTo>
                <a:lnTo>
                  <a:pt x="5605379" y="1021639"/>
                </a:lnTo>
                <a:lnTo>
                  <a:pt x="5574506" y="1029271"/>
                </a:lnTo>
                <a:lnTo>
                  <a:pt x="5528726" y="1034426"/>
                </a:lnTo>
                <a:lnTo>
                  <a:pt x="5472683" y="1036319"/>
                </a:lnTo>
              </a:path>
              <a:path w="5760720" h="3134995">
                <a:moveTo>
                  <a:pt x="5472683" y="1423415"/>
                </a:moveTo>
                <a:lnTo>
                  <a:pt x="5528726" y="1425309"/>
                </a:lnTo>
                <a:lnTo>
                  <a:pt x="5574506" y="1430464"/>
                </a:lnTo>
                <a:lnTo>
                  <a:pt x="5605379" y="1438096"/>
                </a:lnTo>
                <a:lnTo>
                  <a:pt x="5616702" y="1447418"/>
                </a:lnTo>
                <a:lnTo>
                  <a:pt x="5616702" y="2197354"/>
                </a:lnTo>
                <a:lnTo>
                  <a:pt x="5628024" y="2206730"/>
                </a:lnTo>
                <a:lnTo>
                  <a:pt x="5658897" y="2214356"/>
                </a:lnTo>
                <a:lnTo>
                  <a:pt x="5704677" y="2219481"/>
                </a:lnTo>
                <a:lnTo>
                  <a:pt x="5760720" y="2221356"/>
                </a:lnTo>
                <a:lnTo>
                  <a:pt x="5704677" y="2223250"/>
                </a:lnTo>
                <a:lnTo>
                  <a:pt x="5658897" y="2228405"/>
                </a:lnTo>
                <a:lnTo>
                  <a:pt x="5628024" y="2236037"/>
                </a:lnTo>
                <a:lnTo>
                  <a:pt x="5616702" y="2245360"/>
                </a:lnTo>
                <a:lnTo>
                  <a:pt x="5616702" y="2970656"/>
                </a:lnTo>
                <a:lnTo>
                  <a:pt x="5605379" y="2979979"/>
                </a:lnTo>
                <a:lnTo>
                  <a:pt x="5574506" y="2987611"/>
                </a:lnTo>
                <a:lnTo>
                  <a:pt x="5528726" y="2992766"/>
                </a:lnTo>
                <a:lnTo>
                  <a:pt x="5472683" y="2994659"/>
                </a:lnTo>
              </a:path>
              <a:path w="5760720" h="3134995">
                <a:moveTo>
                  <a:pt x="288036" y="1571243"/>
                </a:moveTo>
                <a:lnTo>
                  <a:pt x="231993" y="1571243"/>
                </a:lnTo>
                <a:lnTo>
                  <a:pt x="186213" y="1571243"/>
                </a:lnTo>
                <a:lnTo>
                  <a:pt x="155340" y="1571243"/>
                </a:lnTo>
                <a:lnTo>
                  <a:pt x="144018" y="1571243"/>
                </a:lnTo>
                <a:lnTo>
                  <a:pt x="144018" y="773302"/>
                </a:lnTo>
                <a:lnTo>
                  <a:pt x="132695" y="773302"/>
                </a:lnTo>
                <a:lnTo>
                  <a:pt x="101822" y="773302"/>
                </a:lnTo>
                <a:lnTo>
                  <a:pt x="56042" y="773302"/>
                </a:lnTo>
                <a:lnTo>
                  <a:pt x="0" y="773302"/>
                </a:lnTo>
                <a:lnTo>
                  <a:pt x="56042" y="773302"/>
                </a:lnTo>
                <a:lnTo>
                  <a:pt x="101822" y="773302"/>
                </a:lnTo>
                <a:lnTo>
                  <a:pt x="132695" y="773302"/>
                </a:lnTo>
                <a:lnTo>
                  <a:pt x="144018" y="773302"/>
                </a:lnTo>
                <a:lnTo>
                  <a:pt x="144018" y="0"/>
                </a:lnTo>
                <a:lnTo>
                  <a:pt x="155340" y="0"/>
                </a:lnTo>
                <a:lnTo>
                  <a:pt x="186213" y="0"/>
                </a:lnTo>
                <a:lnTo>
                  <a:pt x="231993" y="0"/>
                </a:lnTo>
                <a:lnTo>
                  <a:pt x="288036" y="0"/>
                </a:lnTo>
              </a:path>
              <a:path w="5760720" h="3134995">
                <a:moveTo>
                  <a:pt x="300227" y="3134867"/>
                </a:moveTo>
                <a:lnTo>
                  <a:pt x="244185" y="3134867"/>
                </a:lnTo>
                <a:lnTo>
                  <a:pt x="198405" y="3134867"/>
                </a:lnTo>
                <a:lnTo>
                  <a:pt x="167532" y="3134867"/>
                </a:lnTo>
                <a:lnTo>
                  <a:pt x="156210" y="3134867"/>
                </a:lnTo>
                <a:lnTo>
                  <a:pt x="156210" y="2527299"/>
                </a:lnTo>
                <a:lnTo>
                  <a:pt x="144887" y="2527299"/>
                </a:lnTo>
                <a:lnTo>
                  <a:pt x="114014" y="2527299"/>
                </a:lnTo>
                <a:lnTo>
                  <a:pt x="68234" y="2527299"/>
                </a:lnTo>
                <a:lnTo>
                  <a:pt x="12192" y="2527299"/>
                </a:lnTo>
                <a:lnTo>
                  <a:pt x="68234" y="2527299"/>
                </a:lnTo>
                <a:lnTo>
                  <a:pt x="114014" y="2527299"/>
                </a:lnTo>
                <a:lnTo>
                  <a:pt x="144887" y="2527299"/>
                </a:lnTo>
                <a:lnTo>
                  <a:pt x="156210" y="2527299"/>
                </a:lnTo>
                <a:lnTo>
                  <a:pt x="156210" y="1938527"/>
                </a:lnTo>
                <a:lnTo>
                  <a:pt x="167532" y="1938527"/>
                </a:lnTo>
                <a:lnTo>
                  <a:pt x="198405" y="1938527"/>
                </a:lnTo>
                <a:lnTo>
                  <a:pt x="244185" y="1938527"/>
                </a:lnTo>
                <a:lnTo>
                  <a:pt x="300227" y="1938527"/>
                </a:lnTo>
              </a:path>
            </a:pathLst>
          </a:custGeom>
          <a:ln w="381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7A9AEA-BEA7-84EA-63D6-83496069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1A39D-F866-9C54-4841-211821C34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 apply…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E12D4-DE87-6026-896B-06BD64D1E570}"/>
              </a:ext>
            </a:extLst>
          </p:cNvPr>
          <p:cNvSpPr txBox="1"/>
          <p:nvPr/>
        </p:nvSpPr>
        <p:spPr>
          <a:xfrm>
            <a:off x="1271464" y="1196752"/>
            <a:ext cx="7942999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method will produce the highest values for work in process and finished goods inventories? </a:t>
            </a:r>
          </a:p>
          <a:p>
            <a:pPr>
              <a:buFont typeface="Wingdings 3" pitchFamily="18" charset="2"/>
              <a:buNone/>
              <a:defRPr/>
            </a:pPr>
            <a:endParaRPr lang="en-CA" alt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 Absorption costing.</a:t>
            </a: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 Variable costing.</a:t>
            </a: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 They produce the same values for these</a:t>
            </a:r>
            <a:b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inventories.</a:t>
            </a: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  It depends. . .</a:t>
            </a:r>
          </a:p>
        </p:txBody>
      </p:sp>
    </p:spTree>
    <p:extLst>
      <p:ext uri="{BB962C8B-B14F-4D97-AF65-F5344CB8AC3E}">
        <p14:creationId xmlns:p14="http://schemas.microsoft.com/office/powerpoint/2010/main" val="172151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01C9-BC7F-1EC6-E5A8-6993CB56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79D3D-E811-3F15-8078-CA433763F997}"/>
              </a:ext>
            </a:extLst>
          </p:cNvPr>
          <p:cNvSpPr/>
          <p:nvPr/>
        </p:nvSpPr>
        <p:spPr>
          <a:xfrm>
            <a:off x="1487488" y="2276872"/>
            <a:ext cx="5688632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70F3D4-4038-0299-67E1-06EE2ECF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C6013-1966-D44C-7D6C-E45947E74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 apply…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EC3C77-6135-90E9-F600-8A7427BCA1CD}"/>
              </a:ext>
            </a:extLst>
          </p:cNvPr>
          <p:cNvSpPr txBox="1"/>
          <p:nvPr/>
        </p:nvSpPr>
        <p:spPr>
          <a:xfrm>
            <a:off x="1343472" y="1177992"/>
            <a:ext cx="7942999" cy="3637919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method will produce the highest values for work in process and finished goods inventories? </a:t>
            </a:r>
          </a:p>
          <a:p>
            <a:pPr>
              <a:buFont typeface="Wingdings 3" pitchFamily="18" charset="2"/>
              <a:buNone/>
              <a:defRPr/>
            </a:pPr>
            <a:endParaRPr lang="en-CA" alt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 Absorption costing.</a:t>
            </a: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 Variable costing.</a:t>
            </a: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 They produce the same values for these</a:t>
            </a:r>
            <a:b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inventories.</a:t>
            </a:r>
          </a:p>
          <a:p>
            <a:pPr lvl="1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  It depends.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8F3C7-2E43-2518-B8F6-DC3109B1FE58}"/>
              </a:ext>
            </a:extLst>
          </p:cNvPr>
          <p:cNvSpPr txBox="1"/>
          <p:nvPr/>
        </p:nvSpPr>
        <p:spPr>
          <a:xfrm>
            <a:off x="865905" y="5199583"/>
            <a:ext cx="90705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lvl="1" indent="0">
              <a:spcBef>
                <a:spcPct val="40000"/>
              </a:spcBef>
              <a:buFont typeface="Wingdings 3" pitchFamily="18" charset="2"/>
              <a:buNone/>
              <a:defRPr/>
            </a:pPr>
            <a:r>
              <a:rPr lang="en-CA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Absorption costing allocates some fixed manufacturing overhead to units on the balance sheet.  These fixed costs are treated as a period expenses under variable costing.</a:t>
            </a:r>
          </a:p>
        </p:txBody>
      </p:sp>
    </p:spTree>
    <p:extLst>
      <p:ext uri="{BB962C8B-B14F-4D97-AF65-F5344CB8AC3E}">
        <p14:creationId xmlns:p14="http://schemas.microsoft.com/office/powerpoint/2010/main" val="46937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595052E-DBE0-26B7-F8D4-09CA99FC1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Case Study – How does Costing Method Impact Profits?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267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incentive?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361" y="947673"/>
            <a:ext cx="11369040" cy="93599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53695" marR="309880" indent="-3556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“It’s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secret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years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2008,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automakers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— </a:t>
            </a:r>
            <a:r>
              <a:rPr sz="2400" dirty="0">
                <a:latin typeface="Arial MT"/>
                <a:cs typeface="Arial MT"/>
              </a:rPr>
              <a:t>Ford,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Motors,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Chrysler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—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demand.”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128" y="2296262"/>
            <a:ext cx="1886712" cy="7117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4016" y="3459973"/>
            <a:ext cx="3390935" cy="7712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5000" y="4588764"/>
            <a:ext cx="1648968" cy="16489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23392" y="2420888"/>
            <a:ext cx="768286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2509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sz="2000" spc="-10" dirty="0">
                <a:latin typeface="Arial MT"/>
                <a:cs typeface="Arial MT"/>
              </a:rPr>
              <a:t>Because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Absorption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 fixed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sold,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companies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incentive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spread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more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products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make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cost-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per-product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appear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lower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295910" marR="219710" indent="-283845" algn="just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company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excess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capacity,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it 	</a:t>
            </a:r>
            <a:r>
              <a:rPr sz="2000" dirty="0">
                <a:latin typeface="Arial MT"/>
                <a:cs typeface="Arial MT"/>
              </a:rPr>
              <a:t>can,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sells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demand,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lower</a:t>
            </a:r>
            <a:r>
              <a:rPr sz="2000" spc="-10" dirty="0">
                <a:latin typeface="Arial MT"/>
                <a:cs typeface="Arial MT"/>
              </a:rPr>
              <a:t> 	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than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it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would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if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2000" u="sng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company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had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only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produced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up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demand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boosts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profits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income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statement.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Instead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	</a:t>
            </a:r>
            <a:r>
              <a:rPr sz="2000" dirty="0">
                <a:latin typeface="Arial MT"/>
                <a:cs typeface="Arial MT"/>
              </a:rPr>
              <a:t>writing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companies 	</a:t>
            </a:r>
            <a:r>
              <a:rPr sz="2000" dirty="0">
                <a:latin typeface="Arial MT"/>
                <a:cs typeface="Arial MT"/>
              </a:rPr>
              <a:t>shift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balance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sheet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inventory.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7198AB-E84E-F6E7-2A34-5D4AB554B6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Fixed MOH Deferred in Inventory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361" y="980728"/>
            <a:ext cx="6431197" cy="4896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8088" y="1365885"/>
            <a:ext cx="4812665" cy="41262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7937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2200" dirty="0">
                <a:latin typeface="Arial MT"/>
                <a:cs typeface="Arial MT"/>
              </a:rPr>
              <a:t>Including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fixed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cost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ensures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fixed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expensed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cost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goods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sold)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sale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is </a:t>
            </a:r>
            <a:r>
              <a:rPr sz="2200" spc="-10" dirty="0">
                <a:latin typeface="Arial MT"/>
                <a:cs typeface="Arial MT"/>
              </a:rPr>
              <a:t>reported.</a:t>
            </a:r>
            <a:endParaRPr sz="2200" dirty="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05"/>
              </a:spcBef>
              <a:buChar char="•"/>
              <a:tabLst>
                <a:tab pos="756285" algn="l"/>
              </a:tabLst>
            </a:pPr>
            <a:r>
              <a:rPr sz="2200" dirty="0">
                <a:latin typeface="Arial MT"/>
                <a:cs typeface="Arial MT"/>
              </a:rPr>
              <a:t>Carrying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inventories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reflected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in</a:t>
            </a:r>
            <a:r>
              <a:rPr sz="2200" spc="5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ending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inventory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balances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at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period, </a:t>
            </a:r>
            <a:r>
              <a:rPr sz="2200" dirty="0">
                <a:latin typeface="Arial MT"/>
                <a:cs typeface="Arial MT"/>
              </a:rPr>
              <a:t>which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become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beginning </a:t>
            </a:r>
            <a:r>
              <a:rPr sz="2200" dirty="0">
                <a:latin typeface="Arial MT"/>
                <a:cs typeface="Arial MT"/>
              </a:rPr>
              <a:t>inventory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balances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start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period.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DAAE348-181E-FDF0-5247-1C2D6CCAC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Deferred Costs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980728"/>
            <a:ext cx="106762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Assume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overhead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$12,000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manufactures </a:t>
            </a:r>
            <a:r>
              <a:rPr sz="2400" dirty="0">
                <a:latin typeface="Arial MT"/>
                <a:cs typeface="Arial MT"/>
              </a:rPr>
              <a:t>10,000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$3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$15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unit,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manufacturing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overhead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$7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41733"/>
              </p:ext>
            </p:extLst>
          </p:nvPr>
        </p:nvGraphicFramePr>
        <p:xfrm>
          <a:off x="1055440" y="2432565"/>
          <a:ext cx="9889490" cy="3199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DM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($3/unit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10,000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units)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$30,000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$30,000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DL</a:t>
                      </a:r>
                      <a:r>
                        <a:rPr sz="2400" spc="-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($15/unit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10,000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units)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$150,000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$150,000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VMOH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($7/unit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10,000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units)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$70,000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$70,000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FMOH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$12,000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4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24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Finished</a:t>
                      </a:r>
                      <a:r>
                        <a:rPr sz="24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Goods</a:t>
                      </a:r>
                      <a:r>
                        <a:rPr sz="24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Inventory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$262,000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$250,000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24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i="1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24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i="1" dirty="0">
                          <a:latin typeface="Arial"/>
                          <a:cs typeface="Arial"/>
                        </a:rPr>
                        <a:t>Unit</a:t>
                      </a:r>
                      <a:r>
                        <a:rPr sz="24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i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4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i="1" spc="-10" dirty="0">
                          <a:latin typeface="Arial"/>
                          <a:cs typeface="Arial"/>
                        </a:rPr>
                        <a:t>Inventory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i="1" spc="-10" dirty="0">
                          <a:latin typeface="Arial"/>
                          <a:cs typeface="Arial"/>
                        </a:rPr>
                        <a:t>$26.20/unit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i="1" spc="-10" dirty="0">
                          <a:latin typeface="Arial"/>
                          <a:cs typeface="Arial"/>
                        </a:rPr>
                        <a:t>$25/unit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8AFB829-DD23-8E22-C91E-67E9E59B0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Deferred Costs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905606"/>
            <a:ext cx="5724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Assume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$33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each.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78726"/>
              </p:ext>
            </p:extLst>
          </p:nvPr>
        </p:nvGraphicFramePr>
        <p:xfrm>
          <a:off x="1127448" y="1916832"/>
          <a:ext cx="416941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$330,000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COGS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$262,000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Gross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Profit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400" spc="-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68,000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SG+A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400" spc="-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68,000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518011"/>
              </p:ext>
            </p:extLst>
          </p:nvPr>
        </p:nvGraphicFramePr>
        <p:xfrm>
          <a:off x="5519936" y="1907485"/>
          <a:ext cx="515620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$330,000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$250,000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2400" spc="-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400" spc="-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80,000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CA" sz="2400" spc="-10" dirty="0">
                          <a:latin typeface="Arial MT"/>
                          <a:cs typeface="Arial MT"/>
                        </a:rPr>
                        <a:t>   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12,000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400" spc="-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68,000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76065" y="5584697"/>
            <a:ext cx="5041900" cy="42227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latin typeface="Arial MT"/>
                <a:cs typeface="Arial MT"/>
              </a:rPr>
              <a:t>Absorption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Variable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NI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EE9B-BE64-91DD-4AD2-1950242A9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588C8-92C2-E757-16DD-CBB3C5E9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11B982F0-76E0-162E-1300-0CAE9B9C4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Absorption Costing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0B7ACA53-AC04-EB17-854C-24D705F75FC2}"/>
              </a:ext>
            </a:extLst>
          </p:cNvPr>
          <p:cNvGraphicFramePr>
            <a:graphicFrameLocks/>
          </p:cNvGraphicFramePr>
          <p:nvPr/>
        </p:nvGraphicFramePr>
        <p:xfrm>
          <a:off x="1944688" y="1209675"/>
          <a:ext cx="8034337" cy="396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943310" imgH="2171459" progId="Excel.Sheet.8">
                  <p:embed/>
                </p:oleObj>
              </mc:Choice>
              <mc:Fallback>
                <p:oleObj name="Worksheet" r:id="rId2" imgW="3943310" imgH="2171459" progId="Excel.Sheet.8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0B7ACA53-AC04-EB17-854C-24D705F75F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lum bright="6000"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1209675"/>
                        <a:ext cx="8034337" cy="396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>
                            <a:alpha val="74997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032">
            <a:extLst>
              <a:ext uri="{FF2B5EF4-FFF2-40B4-BE49-F238E27FC236}">
                <a16:creationId xmlns:a16="http://schemas.microsoft.com/office/drawing/2014/main" id="{C9F7DE38-FCB3-E972-9535-44033E3FE6D8}"/>
              </a:ext>
            </a:extLst>
          </p:cNvPr>
          <p:cNvGrpSpPr>
            <a:grpSpLocks/>
          </p:cNvGrpSpPr>
          <p:nvPr/>
        </p:nvGrpSpPr>
        <p:grpSpPr bwMode="auto">
          <a:xfrm>
            <a:off x="4511824" y="764704"/>
            <a:ext cx="1828800" cy="1727200"/>
            <a:chOff x="1776" y="928"/>
            <a:chExt cx="1152" cy="1088"/>
          </a:xfrm>
          <a:solidFill>
            <a:schemeClr val="bg1">
              <a:lumMod val="75000"/>
            </a:schemeClr>
          </a:solidFill>
        </p:grpSpPr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020ED98D-CAE6-781C-500B-2147757B0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96" cy="672"/>
            </a:xfrm>
            <a:prstGeom prst="line">
              <a:avLst/>
            </a:prstGeom>
            <a:grp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ADCBAC35-58A8-C7BE-101D-69F4FDACF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928"/>
              <a:ext cx="1152" cy="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 cmpd="thinThick">
              <a:solidFill>
                <a:srgbClr val="1E3163"/>
              </a:solidFill>
              <a:miter lim="800000"/>
              <a:headEnd/>
              <a:tailEnd/>
            </a:ln>
            <a:effectLst/>
          </p:spPr>
          <p:txBody>
            <a:bodyPr lIns="90488" tIns="44450" rIns="90488" bIns="4445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Unit product  </a:t>
              </a:r>
              <a:br>
                <a:rPr lang="en-US" sz="2000" b="1" dirty="0">
                  <a:solidFill>
                    <a:srgbClr val="0070C0"/>
                  </a:solidFill>
                  <a:latin typeface="+mn-lt"/>
                </a:rPr>
              </a:b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cost.</a:t>
              </a:r>
              <a:endPara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0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2CA31-D76B-F4E3-21BE-2FFA558F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F80D6-2A48-BEFE-545A-626FCA84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B685A70-9437-1C0A-57DD-34FE30A68C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Variable Costing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C4A91CF3-2713-8818-4FDD-D916B1B82B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570173"/>
              </p:ext>
            </p:extLst>
          </p:nvPr>
        </p:nvGraphicFramePr>
        <p:xfrm>
          <a:off x="1944688" y="1209675"/>
          <a:ext cx="8034337" cy="396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943310" imgH="2171459" progId="Excel.Sheet.8">
                  <p:embed/>
                </p:oleObj>
              </mc:Choice>
              <mc:Fallback>
                <p:oleObj name="Worksheet" r:id="rId2" imgW="3943310" imgH="2171459" progId="Excel.Sheet.8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C4A91CF3-2713-8818-4FDD-D916B1B82B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lum bright="6000"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1209675"/>
                        <a:ext cx="8034337" cy="396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>
                            <a:alpha val="74997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032">
            <a:extLst>
              <a:ext uri="{FF2B5EF4-FFF2-40B4-BE49-F238E27FC236}">
                <a16:creationId xmlns:a16="http://schemas.microsoft.com/office/drawing/2014/main" id="{D50A6EF4-CCB3-4522-902B-69B5E3CC7C60}"/>
              </a:ext>
            </a:extLst>
          </p:cNvPr>
          <p:cNvGrpSpPr>
            <a:grpSpLocks/>
          </p:cNvGrpSpPr>
          <p:nvPr/>
        </p:nvGrpSpPr>
        <p:grpSpPr bwMode="auto">
          <a:xfrm>
            <a:off x="4511824" y="764704"/>
            <a:ext cx="1828800" cy="1727200"/>
            <a:chOff x="1776" y="928"/>
            <a:chExt cx="1152" cy="1088"/>
          </a:xfrm>
          <a:solidFill>
            <a:schemeClr val="bg1">
              <a:lumMod val="75000"/>
            </a:schemeClr>
          </a:solidFill>
        </p:grpSpPr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14801323-0D5A-7DE8-4109-3549707D1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96" cy="672"/>
            </a:xfrm>
            <a:prstGeom prst="line">
              <a:avLst/>
            </a:prstGeom>
            <a:grp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9A518BA0-63D0-2940-9703-F3A43F4B0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928"/>
              <a:ext cx="1152" cy="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 cmpd="thinThick">
              <a:solidFill>
                <a:srgbClr val="1E3163"/>
              </a:solidFill>
              <a:miter lim="800000"/>
              <a:headEnd/>
              <a:tailEnd/>
            </a:ln>
            <a:effectLst/>
          </p:spPr>
          <p:txBody>
            <a:bodyPr lIns="90488" tIns="44450" rIns="90488" bIns="4445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Unit product  </a:t>
              </a:r>
              <a:br>
                <a:rPr lang="en-US" sz="2000" b="1" dirty="0">
                  <a:solidFill>
                    <a:srgbClr val="0070C0"/>
                  </a:solidFill>
                  <a:latin typeface="+mn-lt"/>
                </a:rPr>
              </a:b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cost.</a:t>
              </a:r>
              <a:endPara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399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3D37260-C70F-D7CF-887F-286F0410E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Deferred Costs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2601" y="836712"/>
            <a:ext cx="10118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Assume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8,000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$33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each.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2,000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remain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ending inventory.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326263"/>
              </p:ext>
            </p:extLst>
          </p:nvPr>
        </p:nvGraphicFramePr>
        <p:xfrm>
          <a:off x="1127448" y="1954882"/>
          <a:ext cx="4850765" cy="3108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$264,000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COGS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($26.20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Unit)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$209,600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Gross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Profit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$54,400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SG+A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$54,400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55362"/>
              </p:ext>
            </p:extLst>
          </p:nvPr>
        </p:nvGraphicFramePr>
        <p:xfrm>
          <a:off x="6262179" y="1961937"/>
          <a:ext cx="5156200" cy="3108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$264,000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($25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Unit)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$200,000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2400" spc="-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$64,000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$12,000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$52,000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47821" y="5438567"/>
            <a:ext cx="6228715" cy="90233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80"/>
              </a:lnSpc>
            </a:pPr>
            <a:r>
              <a:rPr sz="2400" dirty="0">
                <a:latin typeface="Arial MT"/>
                <a:cs typeface="Arial MT"/>
              </a:rPr>
              <a:t>Absorption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NI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Variable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NI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reverse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inventory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sold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C2C3-F053-6E63-93B2-88F65628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358578C-1E60-22EC-C487-1950C3677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Absorption Costing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55CB3966-39B7-F994-57DA-979207FAA9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3048225"/>
              </p:ext>
            </p:extLst>
          </p:nvPr>
        </p:nvGraphicFramePr>
        <p:xfrm>
          <a:off x="1944688" y="1209675"/>
          <a:ext cx="8435975" cy="396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40350" imgH="2171459" progId="Excel.Sheet.8">
                  <p:embed/>
                </p:oleObj>
              </mc:Choice>
              <mc:Fallback>
                <p:oleObj name="Worksheet" r:id="rId2" imgW="4140350" imgH="2171459" progId="Excel.Sheet.8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55CB3966-39B7-F994-57DA-979207FAA9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lum bright="6000"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1209675"/>
                        <a:ext cx="8435975" cy="396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>
                            <a:alpha val="74997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032">
            <a:extLst>
              <a:ext uri="{FF2B5EF4-FFF2-40B4-BE49-F238E27FC236}">
                <a16:creationId xmlns:a16="http://schemas.microsoft.com/office/drawing/2014/main" id="{FECED2DC-3CD0-FE53-D803-FE70A6844AFA}"/>
              </a:ext>
            </a:extLst>
          </p:cNvPr>
          <p:cNvGrpSpPr>
            <a:grpSpLocks/>
          </p:cNvGrpSpPr>
          <p:nvPr/>
        </p:nvGrpSpPr>
        <p:grpSpPr bwMode="auto">
          <a:xfrm>
            <a:off x="4511824" y="764704"/>
            <a:ext cx="1828800" cy="1727200"/>
            <a:chOff x="1776" y="928"/>
            <a:chExt cx="1152" cy="1088"/>
          </a:xfrm>
          <a:solidFill>
            <a:schemeClr val="bg1">
              <a:lumMod val="75000"/>
            </a:schemeClr>
          </a:solidFill>
        </p:grpSpPr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7AB6FC2B-132E-61A8-25D0-E98ADBED6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96" cy="672"/>
            </a:xfrm>
            <a:prstGeom prst="line">
              <a:avLst/>
            </a:prstGeom>
            <a:grp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632DD913-279F-6210-000E-99E590416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928"/>
              <a:ext cx="1152" cy="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 cmpd="thinThick">
              <a:solidFill>
                <a:srgbClr val="1E3163"/>
              </a:solidFill>
              <a:miter lim="800000"/>
              <a:headEnd/>
              <a:tailEnd/>
            </a:ln>
            <a:effectLst/>
          </p:spPr>
          <p:txBody>
            <a:bodyPr lIns="90488" tIns="44450" rIns="90488" bIns="4445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Unit product  </a:t>
              </a:r>
              <a:br>
                <a:rPr lang="en-US" sz="2000" b="1" dirty="0">
                  <a:solidFill>
                    <a:srgbClr val="0070C0"/>
                  </a:solidFill>
                  <a:latin typeface="+mn-lt"/>
                </a:rPr>
              </a:b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cost.</a:t>
              </a:r>
              <a:endPara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endParaRPr>
            </a:p>
          </p:txBody>
        </p:sp>
      </p:grpSp>
      <p:sp>
        <p:nvSpPr>
          <p:cNvPr id="15" name="Line 8">
            <a:extLst>
              <a:ext uri="{FF2B5EF4-FFF2-40B4-BE49-F238E27FC236}">
                <a16:creationId xmlns:a16="http://schemas.microsoft.com/office/drawing/2014/main" id="{022B3AC8-25B4-01E8-3417-C6701C04E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9124" y="1469554"/>
            <a:ext cx="571500" cy="1599406"/>
          </a:xfrm>
          <a:prstGeom prst="line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0070C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010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6E94-C7CB-D8C3-E72A-BA9D8776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B8AC4-B1C4-5E20-652F-134FC7EC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D09E8442-57DB-89DE-A38C-A6A9EB7FE9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Variable Costing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D5632E58-6408-E8A8-CC9C-E8190D862F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0706711"/>
              </p:ext>
            </p:extLst>
          </p:nvPr>
        </p:nvGraphicFramePr>
        <p:xfrm>
          <a:off x="1944688" y="1209675"/>
          <a:ext cx="8034337" cy="396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943310" imgH="2171459" progId="Excel.Sheet.8">
                  <p:embed/>
                </p:oleObj>
              </mc:Choice>
              <mc:Fallback>
                <p:oleObj name="Worksheet" r:id="rId2" imgW="3943310" imgH="2171459" progId="Excel.Sheet.8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D5632E58-6408-E8A8-CC9C-E8190D862FE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lum bright="6000"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1209675"/>
                        <a:ext cx="8034337" cy="396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>
                            <a:alpha val="74997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032">
            <a:extLst>
              <a:ext uri="{FF2B5EF4-FFF2-40B4-BE49-F238E27FC236}">
                <a16:creationId xmlns:a16="http://schemas.microsoft.com/office/drawing/2014/main" id="{B078894C-C98A-69C3-0BDE-1E31CD81E592}"/>
              </a:ext>
            </a:extLst>
          </p:cNvPr>
          <p:cNvGrpSpPr>
            <a:grpSpLocks/>
          </p:cNvGrpSpPr>
          <p:nvPr/>
        </p:nvGrpSpPr>
        <p:grpSpPr bwMode="auto">
          <a:xfrm>
            <a:off x="4386564" y="631329"/>
            <a:ext cx="1828800" cy="1651000"/>
            <a:chOff x="1776" y="928"/>
            <a:chExt cx="1152" cy="1040"/>
          </a:xfrm>
          <a:solidFill>
            <a:schemeClr val="bg1">
              <a:lumMod val="75000"/>
            </a:schemeClr>
          </a:solidFill>
        </p:grpSpPr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367FA2CD-C899-2D93-DF68-46711D7669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1" y="1372"/>
              <a:ext cx="39" cy="596"/>
            </a:xfrm>
            <a:prstGeom prst="line">
              <a:avLst/>
            </a:prstGeom>
            <a:grp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C9A817CF-D0B8-C214-6262-F7AC67A18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928"/>
              <a:ext cx="1152" cy="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 cmpd="thinThick">
              <a:solidFill>
                <a:srgbClr val="1E3163"/>
              </a:solidFill>
              <a:miter lim="800000"/>
              <a:headEnd/>
              <a:tailEnd/>
            </a:ln>
            <a:effectLst/>
          </p:spPr>
          <p:txBody>
            <a:bodyPr lIns="90488" tIns="44450" rIns="90488" bIns="4445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Unit product  </a:t>
              </a:r>
              <a:br>
                <a:rPr lang="en-US" sz="2000" b="1" dirty="0">
                  <a:solidFill>
                    <a:srgbClr val="0070C0"/>
                  </a:solidFill>
                  <a:latin typeface="+mn-lt"/>
                </a:rPr>
              </a:br>
              <a:r>
                <a:rPr lang="en-US" sz="2000" b="1" dirty="0">
                  <a:solidFill>
                    <a:srgbClr val="0070C0"/>
                  </a:solidFill>
                  <a:latin typeface="+mn-lt"/>
                </a:rPr>
                <a:t>cost.</a:t>
              </a:r>
              <a:endPara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endParaRPr>
            </a:p>
          </p:txBody>
        </p:sp>
      </p:grpSp>
      <p:sp>
        <p:nvSpPr>
          <p:cNvPr id="2" name="Line 8">
            <a:extLst>
              <a:ext uri="{FF2B5EF4-FFF2-40B4-BE49-F238E27FC236}">
                <a16:creationId xmlns:a16="http://schemas.microsoft.com/office/drawing/2014/main" id="{A7ADEF32-D1C1-DEC5-F9B4-AD43A1B03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390" y="1336179"/>
            <a:ext cx="385161" cy="1732781"/>
          </a:xfrm>
          <a:prstGeom prst="line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0070C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579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26525E7-E165-72AC-64E9-C3218A0CF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Comparative Income Effects of Absorption and Variable Costing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97064" y="1789176"/>
          <a:ext cx="10585449" cy="2559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258445" marR="2489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Relation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between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Production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Sales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Effect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Inventory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Relation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between</a:t>
                      </a:r>
                      <a:r>
                        <a:rPr sz="24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24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Income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Production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&gt;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Inventory</a:t>
                      </a:r>
                      <a:r>
                        <a:rPr sz="24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Increases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Absorption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NI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&gt;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NI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Production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&lt;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Inventory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Decreases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201676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Absorption</a:t>
                      </a:r>
                      <a:r>
                        <a:rPr sz="2400" spc="-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NI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&lt;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NI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Production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Change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Absorption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NI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NI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75738" y="4869941"/>
            <a:ext cx="7242175" cy="45910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automatically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reverse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period?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96E475D-5CCD-B3E4-06D6-9C7755A0F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Advantages of the Variable Costing 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156" y="1009167"/>
            <a:ext cx="11121390" cy="3567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SzPct val="79545"/>
              <a:buChar char="•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Fixed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manufacturing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will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incurred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regardless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whether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anything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actually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produced.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Advantages</a:t>
            </a:r>
            <a:endParaRPr sz="2200" dirty="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90500" algn="l"/>
              </a:tabLst>
            </a:pP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useful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CVP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analysis.</a:t>
            </a:r>
            <a:endParaRPr sz="2200" dirty="0">
              <a:latin typeface="Arial MT"/>
              <a:cs typeface="Arial MT"/>
            </a:endParaRPr>
          </a:p>
          <a:p>
            <a:pPr marL="190500" indent="-1778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90500" algn="l"/>
              </a:tabLst>
            </a:pPr>
            <a:r>
              <a:rPr sz="2200" dirty="0">
                <a:latin typeface="Arial MT"/>
                <a:cs typeface="Arial MT"/>
              </a:rPr>
              <a:t>Reduces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incentive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inventory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shifting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period.</a:t>
            </a:r>
            <a:endParaRPr sz="2200" dirty="0">
              <a:latin typeface="Arial MT"/>
              <a:cs typeface="Arial MT"/>
            </a:endParaRPr>
          </a:p>
          <a:p>
            <a:pPr marL="190500" indent="-1778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90500" algn="l"/>
              </a:tabLst>
            </a:pPr>
            <a:r>
              <a:rPr sz="2200" dirty="0">
                <a:latin typeface="Arial MT"/>
                <a:cs typeface="Arial MT"/>
              </a:rPr>
              <a:t>Closer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approximation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income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cash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flows</a:t>
            </a:r>
            <a:endParaRPr sz="2200" dirty="0">
              <a:latin typeface="Arial MT"/>
              <a:cs typeface="Arial MT"/>
            </a:endParaRPr>
          </a:p>
          <a:p>
            <a:pPr marL="190500" indent="-1778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90500" algn="l"/>
              </a:tabLst>
            </a:pP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Useful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Decision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Making</a:t>
            </a:r>
            <a:endParaRPr sz="2200" dirty="0">
              <a:latin typeface="Arial MT"/>
              <a:cs typeface="Arial MT"/>
            </a:endParaRPr>
          </a:p>
          <a:p>
            <a:pPr marL="640715" lvl="1" indent="-170815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640715" algn="l"/>
              </a:tabLst>
            </a:pPr>
            <a:r>
              <a:rPr sz="2200" dirty="0">
                <a:latin typeface="Arial MT"/>
                <a:cs typeface="Arial MT"/>
              </a:rPr>
              <a:t>Fixed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visible.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470" y="5074466"/>
            <a:ext cx="11275060" cy="42227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have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Absorption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Costing?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513D21-4355-C954-A551-1B9D44D51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Disadvantages of the Variable Costing 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788155"/>
            <a:ext cx="11160125" cy="4343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80"/>
              </a:spcBef>
              <a:buSzPct val="80000"/>
              <a:buChar char="•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sz="20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acceptable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financial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reporting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under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GAAP/IFRS.</a:t>
            </a:r>
            <a:endParaRPr sz="2000" dirty="0">
              <a:latin typeface="Arial MT"/>
              <a:cs typeface="Arial MT"/>
            </a:endParaRPr>
          </a:p>
          <a:p>
            <a:pPr marL="919480" marR="741045" lvl="1" indent="-457834">
              <a:lnSpc>
                <a:spcPct val="100000"/>
              </a:lnSpc>
              <a:spcBef>
                <a:spcPts val="1080"/>
              </a:spcBef>
              <a:buSzPct val="80000"/>
              <a:buChar char="•"/>
              <a:tabLst>
                <a:tab pos="919480" algn="l"/>
              </a:tabLst>
            </a:pPr>
            <a:r>
              <a:rPr sz="2000" dirty="0">
                <a:latin typeface="Arial MT"/>
                <a:cs typeface="Arial MT"/>
              </a:rPr>
              <a:t>Accounting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recognized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period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the </a:t>
            </a:r>
            <a:r>
              <a:rPr sz="2000" dirty="0">
                <a:latin typeface="Arial MT"/>
                <a:cs typeface="Arial MT"/>
              </a:rPr>
              <a:t>related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revenue,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fixed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overhead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period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cost.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IAS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1080"/>
              </a:spcBef>
              <a:buSzPct val="80000"/>
              <a:buChar char="•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Inventories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measured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realisable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value.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inventories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comprise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purchase,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costs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of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conversion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and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other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costs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incurred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bringing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inventories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present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condition.</a:t>
            </a:r>
            <a:endParaRPr sz="20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040"/>
              </a:spcBef>
              <a:buSzPct val="80555"/>
              <a:buChar char="•"/>
              <a:tabLst>
                <a:tab pos="919480" algn="l"/>
              </a:tabLst>
            </a:pPr>
            <a:r>
              <a:rPr sz="1800" dirty="0">
                <a:latin typeface="Arial MT"/>
                <a:cs typeface="Arial MT"/>
              </a:rPr>
              <a:t>(13):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allocation 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overheads 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costs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conversion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normal</a:t>
            </a:r>
            <a:endParaRPr sz="1800" dirty="0">
              <a:latin typeface="Arial"/>
              <a:cs typeface="Arial"/>
            </a:endParaRPr>
          </a:p>
          <a:p>
            <a:pPr marL="919480">
              <a:lnSpc>
                <a:spcPct val="100000"/>
              </a:lnSpc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capacity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production</a:t>
            </a:r>
            <a:r>
              <a:rPr sz="1800" spc="-10" dirty="0">
                <a:latin typeface="Arial MT"/>
                <a:cs typeface="Arial MT"/>
              </a:rPr>
              <a:t> facilities.</a:t>
            </a:r>
            <a:endParaRPr sz="1800" dirty="0">
              <a:latin typeface="Arial MT"/>
              <a:cs typeface="Arial MT"/>
            </a:endParaRPr>
          </a:p>
          <a:p>
            <a:pPr marL="919480" marR="238760" lvl="1" indent="-457834">
              <a:lnSpc>
                <a:spcPct val="100000"/>
              </a:lnSpc>
              <a:spcBef>
                <a:spcPts val="1035"/>
              </a:spcBef>
              <a:buSzPct val="80555"/>
              <a:buChar char="•"/>
              <a:tabLst>
                <a:tab pos="919480" algn="l"/>
              </a:tabLst>
            </a:pPr>
            <a:r>
              <a:rPr sz="1800" dirty="0">
                <a:latin typeface="Arial MT"/>
                <a:cs typeface="Arial MT"/>
              </a:rPr>
              <a:t>Normal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capacity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expected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average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periods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or </a:t>
            </a:r>
            <a:r>
              <a:rPr sz="1800" dirty="0">
                <a:latin typeface="Arial MT"/>
                <a:cs typeface="Arial MT"/>
              </a:rPr>
              <a:t>seasons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normal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circumstances.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production may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approximates </a:t>
            </a:r>
            <a:r>
              <a:rPr sz="1800" dirty="0">
                <a:latin typeface="Arial MT"/>
                <a:cs typeface="Arial MT"/>
              </a:rPr>
              <a:t>normal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capacity.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387" y="5554858"/>
            <a:ext cx="1886712" cy="7117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6834" y="5489629"/>
            <a:ext cx="3390935" cy="7712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743" y="5227035"/>
            <a:ext cx="1039368" cy="10393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9085" y="5343720"/>
            <a:ext cx="2664460" cy="42227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loophole?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103E23-3D7C-4E39-9DD5-75683B020A9E}">
  <ds:schemaRefs>
    <ds:schemaRef ds:uri="http://schemas.microsoft.com/office/2006/documentManagement/types"/>
    <ds:schemaRef ds:uri="c18c8954-ab2f-4275-a5d7-b9aa33856ba2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purl.org/dc/terms/"/>
    <ds:schemaRef ds:uri="7e677d30-5ff7-4313-a396-6d249a69ab27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10956</TotalTime>
  <Words>1074</Words>
  <Application>Microsoft Office PowerPoint</Application>
  <PresentationFormat>Widescreen</PresentationFormat>
  <Paragraphs>183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Arial MT</vt:lpstr>
      <vt:lpstr>Calibri</vt:lpstr>
      <vt:lpstr>Arial</vt:lpstr>
      <vt:lpstr>Wingdings 3</vt:lpstr>
      <vt:lpstr>Times New Roman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Microsoft Excel 97-2003 Worksheet</vt:lpstr>
      <vt:lpstr>    RSM222 Management Accounting 1  Class 6: Costing Systems – Variable Costing </vt:lpstr>
      <vt:lpstr>PowerPoint Presentation</vt:lpstr>
      <vt:lpstr>Product Costing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188</cp:revision>
  <cp:lastPrinted>2025-09-11T22:16:33Z</cp:lastPrinted>
  <dcterms:created xsi:type="dcterms:W3CDTF">2013-07-26T14:57:40Z</dcterms:created>
  <dcterms:modified xsi:type="dcterms:W3CDTF">2025-09-13T14:04:40Z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